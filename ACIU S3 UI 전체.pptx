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70" r:id="rId5"/>
    <p:sldId id="279" r:id="rId6"/>
    <p:sldId id="271" r:id="rId7"/>
    <p:sldId id="285" r:id="rId8"/>
    <p:sldId id="280" r:id="rId9"/>
    <p:sldId id="286" r:id="rId10"/>
    <p:sldId id="281" r:id="rId11"/>
    <p:sldId id="287" r:id="rId12"/>
    <p:sldId id="282" r:id="rId13"/>
    <p:sldId id="288" r:id="rId14"/>
    <p:sldId id="272" r:id="rId15"/>
    <p:sldId id="284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73" r:id="rId24"/>
    <p:sldId id="296" r:id="rId25"/>
    <p:sldId id="274" r:id="rId26"/>
    <p:sldId id="275" r:id="rId27"/>
    <p:sldId id="276" r:id="rId28"/>
    <p:sldId id="277" r:id="rId29"/>
    <p:sldId id="259" r:id="rId30"/>
    <p:sldId id="297" r:id="rId31"/>
    <p:sldId id="298" r:id="rId32"/>
    <p:sldId id="299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D1402F-31C8-E99F-013B-4A04B858E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96A74A-8BDA-1422-F4CA-D0461FE073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EBC55F-81EF-F6A1-6896-E85D25C92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2311-1626-4E05-A8FF-87BADECA9658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E98970-6CE2-C27A-CAE2-57D2DB5F8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E3F378-83E0-5404-2CA5-DB4C2CB20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272E-C027-41B2-B685-D29FBDF7E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681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3D8ACE-C38A-D605-F851-788B01D1B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DE4234-0AEC-A824-1C9A-AF9DEE40D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B575CD-7171-DA07-190D-2D9504211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2311-1626-4E05-A8FF-87BADECA9658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D55AD3-ADBB-C42F-1287-343C9360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A89B7D-5CC8-C8FF-2426-59580B1A9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272E-C027-41B2-B685-D29FBDF7E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46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F807B-B427-D3D5-23E2-46357A8A0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6E8AAD-A3E8-17F2-E782-F447A4DFA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FA1237-0E94-14DD-20DA-849F2351D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2311-1626-4E05-A8FF-87BADECA9658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EDF45E-98F1-9066-6687-E09CECF43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4D1CF8-195C-4F61-D12F-DFB40CBF0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272E-C027-41B2-B685-D29FBDF7E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671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ECB84-8EB3-BD5F-0CBD-5878CEBF0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AB35FC-51C9-5A07-09DA-52B3D43124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F742D9-0FE7-B1D0-F77E-3D3884B6C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DB4E2A-914B-7054-D41D-B49D9F64F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2311-1626-4E05-A8FF-87BADECA9658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364039-7FB1-E67C-A912-2D26B320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1EB3CA-86D5-0F7A-4295-6AC6146C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272E-C027-41B2-B685-D29FBDF7E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405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41E647-E2C0-9E61-A8DB-56C495003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9434DD-C4E7-823C-C6AA-143640A2D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0EA527-B236-06C3-B5DE-EC6F8620A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BA5A6E-FC2A-55B3-7290-68A5302705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479EEF1-66A5-339E-4091-7FA871BBE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E037AA1-AA22-CD36-DDC1-024E75D4D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2311-1626-4E05-A8FF-87BADECA9658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D794A28-8ACA-6542-E580-FBCE03242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F52028-1316-5F13-FCD1-B51FE33BD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272E-C027-41B2-B685-D29FBDF7E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232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0A64FC-4B49-9A55-8985-A370A8B3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778E93-273D-CBCD-AAFD-C37ECEB34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2311-1626-4E05-A8FF-87BADECA9658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74CB47A-5290-B689-B32C-1DA771BD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48259A-739F-1EFF-2A00-8DEDB9364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272E-C027-41B2-B685-D29FBDF7E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22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5F40C2-B8A1-4A75-E32B-B223ED897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2311-1626-4E05-A8FF-87BADECA9658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424BFBC-293B-6740-51DA-2CE5CD17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5E8753-BF33-D1B3-EA2F-B72CAD388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272E-C027-41B2-B685-D29FBDF7E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45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0FF5E-852F-7EED-51D7-925174AC0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C1F19F-760D-F17A-112F-6516B391D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6F44E6-3E5B-0E7D-1071-6371D8DB1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313503-FA51-5DB6-A695-825893F7D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2311-1626-4E05-A8FF-87BADECA9658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9A4A9A-C718-C2B5-C6B9-8CA947AE1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DC489A-2555-CBE0-DE4A-DE5B7EC7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272E-C027-41B2-B685-D29FBDF7E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21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ED5C1D-F12C-049F-0D2B-F62B222E7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4D74A5B-00ED-EFAF-10CC-0539E07709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39928A-7223-E7B1-F3FC-8CC0839C2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243FA1-D870-1764-322E-FA6FA4A5D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2311-1626-4E05-A8FF-87BADECA9658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61EA08-011A-8051-5C62-EE8EA478D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756D6E-7853-E864-B279-F1E7DBD95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272E-C027-41B2-B685-D29FBDF7E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730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0E9024-1AEB-4C73-02D8-159602979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047058-9AE8-2DDC-1E11-549FF028EC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C13302-B17C-0EC7-C209-006CFBE00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2311-1626-4E05-A8FF-87BADECA9658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4389FE-A2EB-99C0-CE56-CE79315F8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D0BCF3-A72A-CFB3-EA11-68EF4BB9B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272E-C027-41B2-B685-D29FBDF7E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086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DC9AF14-9273-9E1B-B239-7FCE926AE4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A239ED-1B44-D2A5-F72B-BF5D74128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CC4691-0176-3949-1BCB-EAFD72DC1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2311-1626-4E05-A8FF-87BADECA9658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16156C-B54E-AF18-6B86-DBE2CA876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642811-6878-6076-556A-F3EB26639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272E-C027-41B2-B685-D29FBDF7E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116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C361BA1-7460-339E-79B2-1560AE2E3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B06EF8-B680-CF83-ADF2-59D9A399E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B3C511-DD2F-8090-6097-5890951437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B2311-1626-4E05-A8FF-87BADECA9658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9CEC32-864B-22D5-C6B9-FC2C84D26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C30671-57EB-E520-8F2E-BBC5F758F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38272E-C027-41B2-B685-D29FBDF7E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774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642255-5126-881B-1B40-8655CB9712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ACIU S3 UI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C91D3C-6C7D-349C-0A6C-904CE41475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836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92D27B3-DFCC-6243-B0DD-734FE4DD8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838" y="762000"/>
            <a:ext cx="7822506" cy="5562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ACB834-E9A6-A5CA-F1A3-E8A243E268F7}"/>
              </a:ext>
            </a:extLst>
          </p:cNvPr>
          <p:cNvSpPr txBox="1"/>
          <p:nvPr/>
        </p:nvSpPr>
        <p:spPr>
          <a:xfrm>
            <a:off x="4898572" y="228599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r>
              <a:rPr lang="en-US" altLang="ko-KR"/>
              <a:t>. </a:t>
            </a:r>
            <a:r>
              <a:rPr lang="ko-KR" altLang="en-US" dirty="0"/>
              <a:t>대문화면</a:t>
            </a:r>
          </a:p>
        </p:txBody>
      </p:sp>
    </p:spTree>
    <p:extLst>
      <p:ext uri="{BB962C8B-B14F-4D97-AF65-F5344CB8AC3E}">
        <p14:creationId xmlns:p14="http://schemas.microsoft.com/office/powerpoint/2010/main" val="2896268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630E0-C962-B90C-65AB-AE549A370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D89DBB-20CD-BD17-2525-1FCD06EE2BFB}"/>
              </a:ext>
            </a:extLst>
          </p:cNvPr>
          <p:cNvSpPr txBox="1"/>
          <p:nvPr/>
        </p:nvSpPr>
        <p:spPr>
          <a:xfrm>
            <a:off x="4898572" y="228599"/>
            <a:ext cx="2432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설정화면</a:t>
            </a:r>
            <a:r>
              <a:rPr lang="en-US" altLang="ko-KR" dirty="0"/>
              <a:t>(</a:t>
            </a:r>
            <a:r>
              <a:rPr lang="ko-KR" altLang="en-US" dirty="0"/>
              <a:t>팝업화면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21BF5E2-2FC8-CF3F-8417-CA49C4B14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312" y="1357312"/>
            <a:ext cx="3381375" cy="4143375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1447337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A4329-C1E2-2A17-A9EF-E117FF0B1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4A8C8A-8818-07E0-2D55-342FEC39AD3A}"/>
              </a:ext>
            </a:extLst>
          </p:cNvPr>
          <p:cNvSpPr txBox="1"/>
          <p:nvPr/>
        </p:nvSpPr>
        <p:spPr>
          <a:xfrm>
            <a:off x="4898572" y="228599"/>
            <a:ext cx="2372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기본학습 대문화면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3290D7A-6071-5458-2A55-2EBF8BCCD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10475"/>
            <a:ext cx="10951029" cy="463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133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928AA-F638-B509-09EE-926282A2C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C437F6-D485-615A-EECE-3B29E28E3136}"/>
              </a:ext>
            </a:extLst>
          </p:cNvPr>
          <p:cNvSpPr txBox="1"/>
          <p:nvPr/>
        </p:nvSpPr>
        <p:spPr>
          <a:xfrm>
            <a:off x="4898572" y="228599"/>
            <a:ext cx="3477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3-1-1. </a:t>
            </a:r>
            <a:r>
              <a:rPr lang="ko-KR" altLang="en-US" dirty="0"/>
              <a:t>기본학습 </a:t>
            </a:r>
            <a:r>
              <a:rPr lang="en-US" altLang="ko-KR" dirty="0"/>
              <a:t>–</a:t>
            </a:r>
            <a:r>
              <a:rPr lang="ko-KR" altLang="en-US" dirty="0"/>
              <a:t>이어풀기 화면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35547E5-E846-9D34-1659-7B7CD8F5A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10475"/>
            <a:ext cx="10951029" cy="463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514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37189-53E6-15ED-E1EA-48B42925F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3428988-D40E-B83A-B95D-EF8E73EA91ED}"/>
              </a:ext>
            </a:extLst>
          </p:cNvPr>
          <p:cNvSpPr txBox="1"/>
          <p:nvPr/>
        </p:nvSpPr>
        <p:spPr>
          <a:xfrm>
            <a:off x="4898572" y="228599"/>
            <a:ext cx="3358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3-1-2. </a:t>
            </a:r>
            <a:r>
              <a:rPr lang="ko-KR" altLang="en-US" dirty="0"/>
              <a:t>기본학습 이어풀기 화면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8535126-3310-90E4-19EA-D0EF17FDA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168" y="947058"/>
            <a:ext cx="9711664" cy="568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15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DBBE9-E554-082C-C891-545BE822F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481023-A41B-27E8-979D-8BCEAC625211}"/>
              </a:ext>
            </a:extLst>
          </p:cNvPr>
          <p:cNvSpPr txBox="1"/>
          <p:nvPr/>
        </p:nvSpPr>
        <p:spPr>
          <a:xfrm>
            <a:off x="4169229" y="228599"/>
            <a:ext cx="5495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3-1-3. </a:t>
            </a:r>
            <a:r>
              <a:rPr lang="ko-KR" altLang="en-US" dirty="0"/>
              <a:t>기본학습 이어풀기 정답확인 </a:t>
            </a:r>
            <a:r>
              <a:rPr lang="ko-KR" altLang="en-US" dirty="0" err="1"/>
              <a:t>눌렀을때</a:t>
            </a:r>
            <a:r>
              <a:rPr lang="ko-KR" altLang="en-US" dirty="0"/>
              <a:t> 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078DEA7-DAED-98A9-43B5-466EC2E15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544" y="696687"/>
            <a:ext cx="9128911" cy="58347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3595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D1FB1-F2AB-CDC9-D010-D793805B1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7F8D86-B313-1E88-C385-DCFC03B9A28E}"/>
              </a:ext>
            </a:extLst>
          </p:cNvPr>
          <p:cNvSpPr txBox="1"/>
          <p:nvPr/>
        </p:nvSpPr>
        <p:spPr>
          <a:xfrm>
            <a:off x="4898572" y="228599"/>
            <a:ext cx="3358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3-2-1. </a:t>
            </a:r>
            <a:r>
              <a:rPr lang="ko-KR" altLang="en-US" dirty="0"/>
              <a:t>기본학습 이어풀기 화면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571EEBD-96F2-F589-213A-30292F527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168" y="947058"/>
            <a:ext cx="9711664" cy="568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96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E0D3A-95C6-F151-B68F-E8BC85336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129C9F2-A016-5EB4-1AE9-D2463DBB77A6}"/>
              </a:ext>
            </a:extLst>
          </p:cNvPr>
          <p:cNvSpPr txBox="1"/>
          <p:nvPr/>
        </p:nvSpPr>
        <p:spPr>
          <a:xfrm>
            <a:off x="4169229" y="228599"/>
            <a:ext cx="53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3-2-2. </a:t>
            </a:r>
            <a:r>
              <a:rPr lang="ko-KR" altLang="en-US" dirty="0"/>
              <a:t>기본학습 이어풀기 정답확인 </a:t>
            </a:r>
            <a:r>
              <a:rPr lang="ko-KR" altLang="en-US" dirty="0" err="1"/>
              <a:t>눌렀을때</a:t>
            </a:r>
            <a:r>
              <a:rPr lang="ko-KR" altLang="en-US" dirty="0"/>
              <a:t> 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192B96-3FB0-F436-67D4-3B8DC9EAD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544" y="696687"/>
            <a:ext cx="9128911" cy="58347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37839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851F3-ED62-1A2B-53C6-DF0387304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D46C186-5209-0F26-429A-F4273B77E248}"/>
              </a:ext>
            </a:extLst>
          </p:cNvPr>
          <p:cNvSpPr txBox="1"/>
          <p:nvPr/>
        </p:nvSpPr>
        <p:spPr>
          <a:xfrm>
            <a:off x="4898572" y="228599"/>
            <a:ext cx="3820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3-3-1. </a:t>
            </a:r>
            <a:r>
              <a:rPr lang="ko-KR" altLang="en-US" dirty="0"/>
              <a:t>기본학습 </a:t>
            </a:r>
            <a:r>
              <a:rPr lang="ko-KR" altLang="en-US" dirty="0" err="1"/>
              <a:t>처음부터풀기</a:t>
            </a:r>
            <a:r>
              <a:rPr lang="ko-KR" altLang="en-US" dirty="0"/>
              <a:t> 화면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B6D031E-94F5-7592-A9E3-ED44DFE6E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168" y="947058"/>
            <a:ext cx="9711664" cy="568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739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F8E64-F358-1C0E-5DEE-81D6276E2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D53DC5A-7349-DDEA-176C-C3F709A13CD9}"/>
              </a:ext>
            </a:extLst>
          </p:cNvPr>
          <p:cNvSpPr txBox="1"/>
          <p:nvPr/>
        </p:nvSpPr>
        <p:spPr>
          <a:xfrm>
            <a:off x="4169229" y="228599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3-3-2. </a:t>
            </a:r>
            <a:r>
              <a:rPr lang="ko-KR" altLang="en-US" dirty="0"/>
              <a:t>기본학습 처음부터 풀기 정답확인 </a:t>
            </a:r>
            <a:r>
              <a:rPr lang="ko-KR" altLang="en-US" dirty="0" err="1"/>
              <a:t>눌렀을때</a:t>
            </a:r>
            <a:r>
              <a:rPr lang="ko-KR" altLang="en-US" dirty="0"/>
              <a:t> 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F2D2638-6864-F88B-1D6B-0D883DEDD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544" y="696687"/>
            <a:ext cx="9128911" cy="58347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586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0F19E-6A25-2801-B4EB-901B8EC79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4C70B4E-8ADD-84C9-B2FE-1FDD423B8872}"/>
              </a:ext>
            </a:extLst>
          </p:cNvPr>
          <p:cNvSpPr txBox="1"/>
          <p:nvPr/>
        </p:nvSpPr>
        <p:spPr>
          <a:xfrm>
            <a:off x="4898572" y="228599"/>
            <a:ext cx="3358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3-4-1. </a:t>
            </a:r>
            <a:r>
              <a:rPr lang="ko-KR" altLang="en-US" dirty="0"/>
              <a:t>기본학습 랜덤풀기 화면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9633DA7-DDE6-B5FF-AA74-9AC269ABC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168" y="947058"/>
            <a:ext cx="9711664" cy="568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991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026D1-FC07-FBA8-E960-88DF6922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16CC1D2-5AC8-FB29-5A14-AEFEDB678D01}"/>
              </a:ext>
            </a:extLst>
          </p:cNvPr>
          <p:cNvSpPr txBox="1"/>
          <p:nvPr/>
        </p:nvSpPr>
        <p:spPr>
          <a:xfrm>
            <a:off x="4169229" y="228599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3-4-2. </a:t>
            </a:r>
            <a:r>
              <a:rPr lang="ko-KR" altLang="en-US" dirty="0"/>
              <a:t>기본학습 </a:t>
            </a:r>
            <a:r>
              <a:rPr lang="ko-KR" altLang="en-US" dirty="0" err="1"/>
              <a:t>랜넘</a:t>
            </a:r>
            <a:r>
              <a:rPr lang="ko-KR" altLang="en-US" dirty="0"/>
              <a:t> 풀기 정답확인 </a:t>
            </a:r>
            <a:r>
              <a:rPr lang="ko-KR" altLang="en-US" dirty="0" err="1"/>
              <a:t>눌렀을때</a:t>
            </a:r>
            <a:r>
              <a:rPr lang="ko-KR" altLang="en-US" dirty="0"/>
              <a:t> 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8476BFE-8169-F297-646E-FB6BAB858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544" y="696687"/>
            <a:ext cx="9128911" cy="58347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83693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F9130-E81F-08C7-FB9A-3FB28CCC1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96C8CBA-71E1-32E2-B9FD-999DD4CFA2D2}"/>
              </a:ext>
            </a:extLst>
          </p:cNvPr>
          <p:cNvSpPr txBox="1"/>
          <p:nvPr/>
        </p:nvSpPr>
        <p:spPr>
          <a:xfrm>
            <a:off x="4898572" y="228599"/>
            <a:ext cx="2141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대분류학습 대문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1D0133E-D844-0CFB-2455-6C874CEE6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84551"/>
            <a:ext cx="11277600" cy="22955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66252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D0AD5-A362-2A91-05B9-A2296F5E7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D35B6-2135-C2EF-8728-0248A669EE45}"/>
              </a:ext>
            </a:extLst>
          </p:cNvPr>
          <p:cNvSpPr txBox="1"/>
          <p:nvPr/>
        </p:nvSpPr>
        <p:spPr>
          <a:xfrm>
            <a:off x="4125685" y="228599"/>
            <a:ext cx="4512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4-1-1. </a:t>
            </a:r>
            <a:r>
              <a:rPr lang="ko-KR" altLang="en-US" dirty="0"/>
              <a:t>대분류학습 재산보험 </a:t>
            </a:r>
            <a:r>
              <a:rPr lang="ko-KR" altLang="en-US" dirty="0" err="1"/>
              <a:t>문제풀기화면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AE03941-00E1-DF94-EBFC-10D4F5233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430" y="772887"/>
            <a:ext cx="9297423" cy="58565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29946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2A9EC-A091-E333-1D04-E62EDE375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FCE05A9-5B57-63E8-DF27-BCE58E2BD132}"/>
              </a:ext>
            </a:extLst>
          </p:cNvPr>
          <p:cNvSpPr txBox="1"/>
          <p:nvPr/>
        </p:nvSpPr>
        <p:spPr>
          <a:xfrm>
            <a:off x="4125685" y="228599"/>
            <a:ext cx="4825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4-1-2. </a:t>
            </a:r>
            <a:r>
              <a:rPr lang="ko-KR" altLang="en-US" dirty="0"/>
              <a:t>대분류학습 재산보험 정답확인시 화면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F7D00E6-D2DC-E4C0-550A-929A848AC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66" y="772885"/>
            <a:ext cx="9494467" cy="56714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38076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BAF3D-7E25-6025-3C61-041EBBD43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D852E28-A781-3BD9-68CF-789ACAAA57ED}"/>
              </a:ext>
            </a:extLst>
          </p:cNvPr>
          <p:cNvSpPr txBox="1"/>
          <p:nvPr/>
        </p:nvSpPr>
        <p:spPr>
          <a:xfrm>
            <a:off x="4125685" y="228599"/>
            <a:ext cx="4512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4-2-1. </a:t>
            </a:r>
            <a:r>
              <a:rPr lang="ko-KR" altLang="en-US" dirty="0"/>
              <a:t>대분류학습 특종보험 </a:t>
            </a:r>
            <a:r>
              <a:rPr lang="ko-KR" altLang="en-US" dirty="0" err="1"/>
              <a:t>문제풀기화면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6F9C181-C35B-C966-4B69-DA6AEF8AC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770" y="674915"/>
            <a:ext cx="9113003" cy="59544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88515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38331-AE41-9809-FB10-9AB0DA422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C53CB11-BBAE-08EC-4FED-6F23B09AA89E}"/>
              </a:ext>
            </a:extLst>
          </p:cNvPr>
          <p:cNvSpPr txBox="1"/>
          <p:nvPr/>
        </p:nvSpPr>
        <p:spPr>
          <a:xfrm>
            <a:off x="4125685" y="228599"/>
            <a:ext cx="4825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4-2-2. </a:t>
            </a:r>
            <a:r>
              <a:rPr lang="ko-KR" altLang="en-US" dirty="0"/>
              <a:t>대분류학습 특종보험 정답확인시 화면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0C2A2F3-2669-8D27-898D-EE0F0AA61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859972"/>
            <a:ext cx="9144000" cy="576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532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8360-F3FC-C202-9A68-4EFA2DA06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94826E6-8CA4-BFAB-8EEC-9B74D2B0B2C3}"/>
              </a:ext>
            </a:extLst>
          </p:cNvPr>
          <p:cNvSpPr txBox="1"/>
          <p:nvPr/>
        </p:nvSpPr>
        <p:spPr>
          <a:xfrm>
            <a:off x="4125685" y="228599"/>
            <a:ext cx="4974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4-3-1. </a:t>
            </a:r>
            <a:r>
              <a:rPr lang="ko-KR" altLang="en-US" dirty="0"/>
              <a:t>대분류학습 배상책임보험 </a:t>
            </a:r>
            <a:r>
              <a:rPr lang="ko-KR" altLang="en-US" dirty="0" err="1"/>
              <a:t>문제풀기화면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DBC3D3-A90C-03B7-F72A-9AF178C09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888" y="762782"/>
            <a:ext cx="9022510" cy="572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16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C3507-7335-6DCB-52AE-F4809DE18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F5E320A-5C8B-FE5D-C1ED-540243EB8990}"/>
              </a:ext>
            </a:extLst>
          </p:cNvPr>
          <p:cNvSpPr txBox="1"/>
          <p:nvPr/>
        </p:nvSpPr>
        <p:spPr>
          <a:xfrm>
            <a:off x="4125685" y="228599"/>
            <a:ext cx="5287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4-3-2. </a:t>
            </a:r>
            <a:r>
              <a:rPr lang="ko-KR" altLang="en-US" dirty="0"/>
              <a:t>대분류학습 배상책임보험 정답확인시 화면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AA24177-EDF8-3434-070D-9ADFC42CC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755" y="936954"/>
            <a:ext cx="9030318" cy="55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697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A5D86-1324-CC42-A8E8-A9F4F19E7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8406C7F-6227-6FF3-FE5B-A1147C041E8E}"/>
              </a:ext>
            </a:extLst>
          </p:cNvPr>
          <p:cNvSpPr txBox="1"/>
          <p:nvPr/>
        </p:nvSpPr>
        <p:spPr>
          <a:xfrm>
            <a:off x="4125685" y="228599"/>
            <a:ext cx="4512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4-4-1. </a:t>
            </a:r>
            <a:r>
              <a:rPr lang="ko-KR" altLang="en-US" dirty="0"/>
              <a:t>대분류학습 해상보험 </a:t>
            </a:r>
            <a:r>
              <a:rPr lang="ko-KR" altLang="en-US" dirty="0" err="1"/>
              <a:t>문제풀기화면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7CAD67-2276-BF72-139B-1B2D34E2C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888" y="762782"/>
            <a:ext cx="9022510" cy="572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782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37179-F70A-E0F1-7222-60AD1A9C2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C91993E-7EBC-224F-4E60-611C80B8C0EE}"/>
              </a:ext>
            </a:extLst>
          </p:cNvPr>
          <p:cNvSpPr txBox="1"/>
          <p:nvPr/>
        </p:nvSpPr>
        <p:spPr>
          <a:xfrm>
            <a:off x="3683320" y="217713"/>
            <a:ext cx="4825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4-4-2. </a:t>
            </a:r>
            <a:r>
              <a:rPr lang="ko-KR" altLang="en-US" dirty="0"/>
              <a:t>대분류학습 해상보험 정답확인시 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06BBCFE-123F-0DA3-471C-61CABCDCF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651" y="718458"/>
            <a:ext cx="8960126" cy="59218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149113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7C07A-9DB2-FE18-545C-35FF5E6FD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32392F0-0196-F749-DC1D-1B88B7FF8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" y="548581"/>
            <a:ext cx="11858625" cy="206566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45191D0-99F7-9CBB-9DB3-23E37C59C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149" y="3280169"/>
            <a:ext cx="11624163" cy="226511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D62DAFC-4495-5DD3-725E-F61DC56778A3}"/>
              </a:ext>
            </a:extLst>
          </p:cNvPr>
          <p:cNvSpPr/>
          <p:nvPr/>
        </p:nvSpPr>
        <p:spPr>
          <a:xfrm>
            <a:off x="489098" y="5122824"/>
            <a:ext cx="1310967" cy="3653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이전문제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8BF96B6-A76A-6CE6-04EE-ECE2846ABCF1}"/>
              </a:ext>
            </a:extLst>
          </p:cNvPr>
          <p:cNvSpPr/>
          <p:nvPr/>
        </p:nvSpPr>
        <p:spPr>
          <a:xfrm>
            <a:off x="9207794" y="5928443"/>
            <a:ext cx="1105786" cy="4465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처음부터풀기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9799624-1AB8-3924-2181-41C5E5CC7ED4}"/>
              </a:ext>
            </a:extLst>
          </p:cNvPr>
          <p:cNvSpPr/>
          <p:nvPr/>
        </p:nvSpPr>
        <p:spPr>
          <a:xfrm>
            <a:off x="10742427" y="5928443"/>
            <a:ext cx="1105786" cy="4465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랸돔븊라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53A01E-FD37-955D-9DF1-D5854BA3B493}"/>
              </a:ext>
            </a:extLst>
          </p:cNvPr>
          <p:cNvSpPr txBox="1"/>
          <p:nvPr/>
        </p:nvSpPr>
        <p:spPr>
          <a:xfrm>
            <a:off x="1768532" y="3280169"/>
            <a:ext cx="9233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카타고리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재산보험 </a:t>
            </a:r>
            <a:r>
              <a:rPr lang="ko-KR" altLang="en-US" sz="1400" dirty="0" err="1"/>
              <a:t>누적풀이문제</a:t>
            </a:r>
            <a:r>
              <a:rPr lang="ko-KR" altLang="en-US" sz="1400" dirty="0"/>
              <a:t> </a:t>
            </a:r>
            <a:r>
              <a:rPr lang="en-US" altLang="ko-KR" sz="1400" dirty="0"/>
              <a:t>:_a_</a:t>
            </a:r>
            <a:r>
              <a:rPr lang="ko-KR" altLang="en-US" sz="1400" dirty="0"/>
              <a:t>개</a:t>
            </a:r>
            <a:r>
              <a:rPr lang="en-US" altLang="ko-KR" sz="1400" dirty="0"/>
              <a:t>( b_%), </a:t>
            </a:r>
            <a:r>
              <a:rPr lang="ko-KR" altLang="en-US" sz="1400" dirty="0"/>
              <a:t>누적 </a:t>
            </a:r>
            <a:r>
              <a:rPr lang="ko-KR" altLang="en-US" sz="1400" dirty="0" err="1"/>
              <a:t>정답율</a:t>
            </a:r>
            <a:r>
              <a:rPr lang="ko-KR" altLang="en-US" sz="1400" dirty="0"/>
              <a:t> </a:t>
            </a:r>
            <a:r>
              <a:rPr lang="en-US" altLang="ko-KR" sz="1400" dirty="0"/>
              <a:t>c__%, </a:t>
            </a:r>
            <a:r>
              <a:rPr lang="ko-KR" altLang="en-US" sz="1400" dirty="0" err="1"/>
              <a:t>금일누적풀이문제</a:t>
            </a:r>
            <a:r>
              <a:rPr lang="ko-KR" altLang="en-US" sz="1400" dirty="0"/>
              <a:t> </a:t>
            </a:r>
            <a:r>
              <a:rPr lang="en-US" altLang="ko-KR" sz="1400" dirty="0"/>
              <a:t>: _d_</a:t>
            </a:r>
            <a:r>
              <a:rPr lang="ko-KR" altLang="en-US" sz="1400" dirty="0"/>
              <a:t>개 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금일정답율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d_</a:t>
            </a:r>
            <a:r>
              <a:rPr lang="ko-KR" altLang="en-US" sz="1400" dirty="0"/>
              <a:t> </a:t>
            </a:r>
            <a:r>
              <a:rPr lang="en-US" altLang="ko-KR" sz="1400" dirty="0"/>
              <a:t>%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930906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65FC0-D0A4-AE74-AC1E-5E3FC0D1E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F9AADC-4EBB-164F-0B4E-8F3B3B3EB2F6}"/>
              </a:ext>
            </a:extLst>
          </p:cNvPr>
          <p:cNvSpPr txBox="1"/>
          <p:nvPr/>
        </p:nvSpPr>
        <p:spPr>
          <a:xfrm>
            <a:off x="6360160" y="2661920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새로운 </a:t>
            </a:r>
            <a:r>
              <a:rPr lang="en-US" altLang="ko-KR" dirty="0"/>
              <a:t>UI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94291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BBE19-BFD6-50A9-90E1-CEAD34782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C29BC74-7F7E-A816-5DDB-CEC27D6086C5}"/>
              </a:ext>
            </a:extLst>
          </p:cNvPr>
          <p:cNvSpPr txBox="1"/>
          <p:nvPr/>
        </p:nvSpPr>
        <p:spPr>
          <a:xfrm>
            <a:off x="4898572" y="228599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대문화면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5A005C8-FD44-1D62-37CA-6A1CA2624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116" y="975360"/>
            <a:ext cx="10225768" cy="588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7152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B4051-86CF-A1B1-170F-B97FACCB6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295DF4A-BEC6-9357-BDA6-FD8780F734BE}"/>
              </a:ext>
            </a:extLst>
          </p:cNvPr>
          <p:cNvSpPr txBox="1"/>
          <p:nvPr/>
        </p:nvSpPr>
        <p:spPr>
          <a:xfrm>
            <a:off x="4898572" y="228599"/>
            <a:ext cx="1829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기초학습화면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155C22D-2D3D-E5D8-6A64-F761B4ED4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507" y="751840"/>
            <a:ext cx="10166985" cy="610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3037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2C8A6-DB5F-5046-F898-512501D3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AE55AE-3387-429E-FF1A-4DBC782DBAD3}"/>
              </a:ext>
            </a:extLst>
          </p:cNvPr>
          <p:cNvSpPr txBox="1"/>
          <p:nvPr/>
        </p:nvSpPr>
        <p:spPr>
          <a:xfrm>
            <a:off x="4898572" y="228599"/>
            <a:ext cx="2141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대분류학습 화면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52E69FF-918E-344C-EBED-6C9FCA6F3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083" y="1016000"/>
            <a:ext cx="9883833" cy="58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740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A346D-AF26-E816-6E21-AA171FAD9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442C4AF-034E-EC6B-D1A9-1D3C5B0A1C25}"/>
              </a:ext>
            </a:extLst>
          </p:cNvPr>
          <p:cNvSpPr txBox="1"/>
          <p:nvPr/>
        </p:nvSpPr>
        <p:spPr>
          <a:xfrm>
            <a:off x="4898572" y="228599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대문화면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E98B0CC-7904-DF0F-0355-DB051F9F78F8}"/>
              </a:ext>
            </a:extLst>
          </p:cNvPr>
          <p:cNvSpPr/>
          <p:nvPr/>
        </p:nvSpPr>
        <p:spPr>
          <a:xfrm>
            <a:off x="1229360" y="741680"/>
            <a:ext cx="9458960" cy="975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0287AA-865F-2B28-FFCC-2AF11926E999}"/>
              </a:ext>
            </a:extLst>
          </p:cNvPr>
          <p:cNvSpPr/>
          <p:nvPr/>
        </p:nvSpPr>
        <p:spPr>
          <a:xfrm>
            <a:off x="1229360" y="1849120"/>
            <a:ext cx="9458960" cy="14071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2D6A27D-A9FB-FDA6-F31E-5DB413F70903}"/>
              </a:ext>
            </a:extLst>
          </p:cNvPr>
          <p:cNvSpPr/>
          <p:nvPr/>
        </p:nvSpPr>
        <p:spPr>
          <a:xfrm>
            <a:off x="1229360" y="3459481"/>
            <a:ext cx="9458960" cy="12224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5B42180-D784-EAA8-CC04-E3F6009497DC}"/>
              </a:ext>
            </a:extLst>
          </p:cNvPr>
          <p:cNvSpPr/>
          <p:nvPr/>
        </p:nvSpPr>
        <p:spPr>
          <a:xfrm>
            <a:off x="1217110" y="4851571"/>
            <a:ext cx="9458960" cy="6385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C7B6CF-F00C-CC59-02E4-71696F935594}"/>
              </a:ext>
            </a:extLst>
          </p:cNvPr>
          <p:cNvSpPr txBox="1"/>
          <p:nvPr/>
        </p:nvSpPr>
        <p:spPr>
          <a:xfrm>
            <a:off x="233680" y="106680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섹터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3E5CC5-6FA8-9F0E-1F31-1084E92C8696}"/>
              </a:ext>
            </a:extLst>
          </p:cNvPr>
          <p:cNvSpPr txBox="1"/>
          <p:nvPr/>
        </p:nvSpPr>
        <p:spPr>
          <a:xfrm>
            <a:off x="274320" y="2235200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섹터</a:t>
            </a:r>
            <a:r>
              <a:rPr lang="en-US" altLang="ko-KR" dirty="0"/>
              <a:t>2</a:t>
            </a:r>
          </a:p>
          <a:p>
            <a:r>
              <a:rPr lang="ko-KR" altLang="en-US" dirty="0"/>
              <a:t>현수준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DF935A-33F6-8397-8E9B-33F672775B44}"/>
              </a:ext>
            </a:extLst>
          </p:cNvPr>
          <p:cNvSpPr txBox="1"/>
          <p:nvPr/>
        </p:nvSpPr>
        <p:spPr>
          <a:xfrm>
            <a:off x="294640" y="3606800"/>
            <a:ext cx="90281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섹터</a:t>
            </a:r>
            <a:r>
              <a:rPr lang="en-US" altLang="ko-KR" sz="1400" b="1" dirty="0"/>
              <a:t>3</a:t>
            </a:r>
          </a:p>
          <a:p>
            <a:r>
              <a:rPr lang="ko-KR" altLang="en-US" sz="1400" b="1" dirty="0"/>
              <a:t>문제풀이</a:t>
            </a:r>
            <a:endParaRPr lang="en-US" altLang="ko-KR" sz="1400" b="1" dirty="0"/>
          </a:p>
          <a:p>
            <a:r>
              <a:rPr lang="ko-KR" altLang="en-US" sz="1400" b="1" dirty="0"/>
              <a:t>현황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1DF60F-2E6D-7DC5-6817-77ADBC97FFF1}"/>
              </a:ext>
            </a:extLst>
          </p:cNvPr>
          <p:cNvSpPr txBox="1"/>
          <p:nvPr/>
        </p:nvSpPr>
        <p:spPr>
          <a:xfrm>
            <a:off x="356004" y="4833790"/>
            <a:ext cx="7232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섹터</a:t>
            </a:r>
            <a:r>
              <a:rPr lang="en-US" altLang="ko-KR" sz="1400" b="1" dirty="0"/>
              <a:t>4</a:t>
            </a:r>
          </a:p>
          <a:p>
            <a:r>
              <a:rPr lang="ko-KR" altLang="en-US" sz="1400" b="1" dirty="0" err="1"/>
              <a:t>날자별</a:t>
            </a:r>
            <a:endParaRPr lang="en-US" altLang="ko-KR" sz="1400" b="1" dirty="0"/>
          </a:p>
          <a:p>
            <a:r>
              <a:rPr lang="ko-KR" altLang="en-US" sz="1400" b="1" dirty="0"/>
              <a:t>현황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3F683-ADA6-B635-C9D1-6D9C6896190E}"/>
              </a:ext>
            </a:extLst>
          </p:cNvPr>
          <p:cNvSpPr txBox="1"/>
          <p:nvPr/>
        </p:nvSpPr>
        <p:spPr>
          <a:xfrm>
            <a:off x="4844230" y="741680"/>
            <a:ext cx="2844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GEP</a:t>
            </a:r>
            <a:r>
              <a:rPr lang="ko-KR" altLang="en-US" dirty="0"/>
              <a:t> </a:t>
            </a:r>
            <a:r>
              <a:rPr lang="en-US" altLang="ko-KR" dirty="0"/>
              <a:t>v1.0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프로그램 제목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EB81AB-0A8C-1288-3FDC-D6094D3DDA51}"/>
              </a:ext>
            </a:extLst>
          </p:cNvPr>
          <p:cNvSpPr txBox="1"/>
          <p:nvPr/>
        </p:nvSpPr>
        <p:spPr>
          <a:xfrm>
            <a:off x="5575750" y="1056640"/>
            <a:ext cx="3314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D-30 </a:t>
            </a:r>
            <a:r>
              <a:rPr lang="en-US" altLang="ko-KR" dirty="0"/>
              <a:t>  </a:t>
            </a:r>
            <a:r>
              <a:rPr lang="en-US" altLang="ko-KR" sz="1400" dirty="0"/>
              <a:t>(</a:t>
            </a:r>
            <a:r>
              <a:rPr lang="en-US" altLang="ko-KR" sz="1400" b="1" dirty="0" err="1">
                <a:solidFill>
                  <a:srgbClr val="FF0000"/>
                </a:solidFill>
              </a:rPr>
              <a:t>d-day</a:t>
            </a:r>
            <a:r>
              <a:rPr lang="en-US" altLang="ko-KR" sz="1400" b="1" dirty="0">
                <a:solidFill>
                  <a:srgbClr val="FF0000"/>
                </a:solidFill>
              </a:rPr>
              <a:t> counter </a:t>
            </a:r>
            <a:r>
              <a:rPr lang="ko-KR" altLang="en-US" sz="1400" b="1" dirty="0">
                <a:solidFill>
                  <a:srgbClr val="FF0000"/>
                </a:solidFill>
              </a:rPr>
              <a:t>에서 </a:t>
            </a:r>
            <a:r>
              <a:rPr lang="ko-KR" altLang="en-US" sz="1400" b="1" dirty="0" err="1">
                <a:solidFill>
                  <a:srgbClr val="FF0000"/>
                </a:solidFill>
              </a:rPr>
              <a:t>갖고옴</a:t>
            </a:r>
            <a:r>
              <a:rPr lang="en-US" altLang="ko-KR" sz="1400" b="1" dirty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5663F7-8107-0523-C149-1CD09FEE6ED8}"/>
              </a:ext>
            </a:extLst>
          </p:cNvPr>
          <p:cNvSpPr txBox="1"/>
          <p:nvPr/>
        </p:nvSpPr>
        <p:spPr>
          <a:xfrm>
            <a:off x="4387030" y="1351280"/>
            <a:ext cx="4626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“</a:t>
            </a:r>
            <a:r>
              <a:rPr lang="ko-KR" altLang="en-US" dirty="0"/>
              <a:t>하늘은 스스로를 돕는 자를 돕는다</a:t>
            </a:r>
            <a:r>
              <a:rPr lang="en-US" altLang="ko-KR" dirty="0"/>
              <a:t>”   </a:t>
            </a:r>
            <a:r>
              <a:rPr lang="ko-KR" altLang="en-US" dirty="0"/>
              <a:t>명언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530999-2347-C4BD-6D18-593222FE2D4F}"/>
              </a:ext>
            </a:extLst>
          </p:cNvPr>
          <p:cNvSpPr txBox="1"/>
          <p:nvPr/>
        </p:nvSpPr>
        <p:spPr>
          <a:xfrm>
            <a:off x="1217110" y="782320"/>
            <a:ext cx="291618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사용자</a:t>
            </a:r>
            <a:r>
              <a:rPr lang="en-US" altLang="ko-KR" dirty="0"/>
              <a:t>ID 010-2067-6442</a:t>
            </a:r>
          </a:p>
          <a:p>
            <a:r>
              <a:rPr lang="en-US" altLang="ko-KR" sz="1600" b="1" dirty="0">
                <a:solidFill>
                  <a:srgbClr val="FF0000"/>
                </a:solidFill>
              </a:rPr>
              <a:t>(</a:t>
            </a:r>
            <a:r>
              <a:rPr lang="ko-KR" altLang="en-US" sz="1600" b="1" dirty="0" err="1">
                <a:solidFill>
                  <a:srgbClr val="FF0000"/>
                </a:solidFill>
              </a:rPr>
              <a:t>등록화면에거</a:t>
            </a:r>
            <a:r>
              <a:rPr lang="ko-KR" altLang="en-US" sz="1600" b="1" dirty="0">
                <a:solidFill>
                  <a:srgbClr val="FF0000"/>
                </a:solidFill>
              </a:rPr>
              <a:t> </a:t>
            </a:r>
            <a:r>
              <a:rPr lang="ko-KR" altLang="en-US" sz="1600" b="1" dirty="0" err="1">
                <a:solidFill>
                  <a:srgbClr val="FF0000"/>
                </a:solidFill>
              </a:rPr>
              <a:t>갖고온</a:t>
            </a:r>
            <a:r>
              <a:rPr lang="ko-KR" altLang="en-US" sz="1600" b="1" dirty="0">
                <a:solidFill>
                  <a:srgbClr val="FF0000"/>
                </a:solidFill>
              </a:rPr>
              <a:t> 데이터</a:t>
            </a:r>
            <a:r>
              <a:rPr lang="en-US" altLang="ko-KR" sz="1600" b="1" dirty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A61297-3708-6B5C-F09D-C5C2A735A5E4}"/>
              </a:ext>
            </a:extLst>
          </p:cNvPr>
          <p:cNvSpPr txBox="1"/>
          <p:nvPr/>
        </p:nvSpPr>
        <p:spPr>
          <a:xfrm>
            <a:off x="7821110" y="731520"/>
            <a:ext cx="2938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시험과목 </a:t>
            </a:r>
            <a:r>
              <a:rPr lang="en-US" altLang="ko-KR" dirty="0"/>
              <a:t>: </a:t>
            </a:r>
            <a:r>
              <a:rPr lang="ko-KR" altLang="en-US" dirty="0"/>
              <a:t>손해보험중개사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6A662D-5A20-E808-DA9D-6B61CA7D7212}"/>
              </a:ext>
            </a:extLst>
          </p:cNvPr>
          <p:cNvSpPr txBox="1"/>
          <p:nvPr/>
        </p:nvSpPr>
        <p:spPr>
          <a:xfrm>
            <a:off x="9467030" y="975360"/>
            <a:ext cx="2063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(ETITLE</a:t>
            </a:r>
            <a:r>
              <a:rPr lang="ko-KR" altLang="en-US" sz="1600" b="1" dirty="0">
                <a:solidFill>
                  <a:srgbClr val="FF0000"/>
                </a:solidFill>
              </a:rPr>
              <a:t>에서 </a:t>
            </a:r>
            <a:r>
              <a:rPr lang="ko-KR" altLang="en-US" sz="1600" b="1" dirty="0" err="1">
                <a:solidFill>
                  <a:srgbClr val="FF0000"/>
                </a:solidFill>
              </a:rPr>
              <a:t>갖고옴</a:t>
            </a:r>
            <a:r>
              <a:rPr lang="en-US" altLang="ko-KR" sz="1600" b="1" dirty="0">
                <a:solidFill>
                  <a:srgbClr val="FF0000"/>
                </a:solidFill>
              </a:rPr>
              <a:t>)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6F0BE8-33F3-B08D-7FD1-A515608C9953}"/>
              </a:ext>
            </a:extLst>
          </p:cNvPr>
          <p:cNvSpPr txBox="1"/>
          <p:nvPr/>
        </p:nvSpPr>
        <p:spPr>
          <a:xfrm>
            <a:off x="1806390" y="2834640"/>
            <a:ext cx="1375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과목</a:t>
            </a:r>
            <a:r>
              <a:rPr lang="en-US" altLang="ko-KR" dirty="0"/>
              <a:t>1(</a:t>
            </a:r>
            <a:r>
              <a:rPr lang="ko-KR" altLang="en-US" dirty="0"/>
              <a:t>합격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EDEE36-CCE9-B3B6-D7CE-4BB3DE2BA302}"/>
              </a:ext>
            </a:extLst>
          </p:cNvPr>
          <p:cNvSpPr txBox="1"/>
          <p:nvPr/>
        </p:nvSpPr>
        <p:spPr>
          <a:xfrm>
            <a:off x="3564070" y="2804160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과목</a:t>
            </a:r>
            <a:r>
              <a:rPr lang="en-US" altLang="ko-KR" dirty="0"/>
              <a:t>2(</a:t>
            </a:r>
            <a:r>
              <a:rPr lang="ko-KR" altLang="en-US" dirty="0"/>
              <a:t>불합격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D6283D-A49E-F176-EE11-7B44B28E763B}"/>
              </a:ext>
            </a:extLst>
          </p:cNvPr>
          <p:cNvSpPr txBox="1"/>
          <p:nvPr/>
        </p:nvSpPr>
        <p:spPr>
          <a:xfrm>
            <a:off x="5301430" y="2854960"/>
            <a:ext cx="1375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과목</a:t>
            </a:r>
            <a:r>
              <a:rPr lang="en-US" altLang="ko-KR" dirty="0"/>
              <a:t>3(</a:t>
            </a:r>
            <a:r>
              <a:rPr lang="ko-KR" altLang="en-US" dirty="0"/>
              <a:t>합격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CE2C17-2CD9-B221-FA1E-CF5259EACC1E}"/>
              </a:ext>
            </a:extLst>
          </p:cNvPr>
          <p:cNvSpPr txBox="1"/>
          <p:nvPr/>
        </p:nvSpPr>
        <p:spPr>
          <a:xfrm>
            <a:off x="6713265" y="2865120"/>
            <a:ext cx="1375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과목</a:t>
            </a:r>
            <a:r>
              <a:rPr lang="en-US" altLang="ko-KR" dirty="0"/>
              <a:t>4(</a:t>
            </a:r>
            <a:r>
              <a:rPr lang="ko-KR" altLang="en-US" dirty="0"/>
              <a:t>합격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3AF4BE-00E4-4A19-6E68-9840F6530BFA}"/>
              </a:ext>
            </a:extLst>
          </p:cNvPr>
          <p:cNvSpPr txBox="1"/>
          <p:nvPr/>
        </p:nvSpPr>
        <p:spPr>
          <a:xfrm>
            <a:off x="7973105" y="2885440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평균</a:t>
            </a:r>
            <a:r>
              <a:rPr lang="en-US" altLang="ko-KR" dirty="0"/>
              <a:t>(</a:t>
            </a:r>
            <a:r>
              <a:rPr lang="ko-KR" altLang="en-US" dirty="0"/>
              <a:t>불합격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1892006-F5C7-0F96-6C24-05A10D1FFD0F}"/>
              </a:ext>
            </a:extLst>
          </p:cNvPr>
          <p:cNvSpPr/>
          <p:nvPr/>
        </p:nvSpPr>
        <p:spPr>
          <a:xfrm>
            <a:off x="2538314" y="2421096"/>
            <a:ext cx="265846" cy="413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85E9D2-A383-3941-6CD7-F4206D8C7E58}"/>
              </a:ext>
            </a:extLst>
          </p:cNvPr>
          <p:cNvSpPr txBox="1"/>
          <p:nvPr/>
        </p:nvSpPr>
        <p:spPr>
          <a:xfrm>
            <a:off x="2452267" y="207236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7B3B95B-1D89-0257-2458-D903660E151E}"/>
              </a:ext>
            </a:extLst>
          </p:cNvPr>
          <p:cNvSpPr/>
          <p:nvPr/>
        </p:nvSpPr>
        <p:spPr>
          <a:xfrm>
            <a:off x="4285834" y="2372358"/>
            <a:ext cx="265846" cy="4216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13B045-957D-3744-21E6-CA829EA8A5C5}"/>
              </a:ext>
            </a:extLst>
          </p:cNvPr>
          <p:cNvSpPr txBox="1"/>
          <p:nvPr/>
        </p:nvSpPr>
        <p:spPr>
          <a:xfrm>
            <a:off x="4199787" y="207236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D6C3EBE-C8D1-ADEC-992A-5D5E78008204}"/>
              </a:ext>
            </a:extLst>
          </p:cNvPr>
          <p:cNvSpPr/>
          <p:nvPr/>
        </p:nvSpPr>
        <p:spPr>
          <a:xfrm>
            <a:off x="5819994" y="2412998"/>
            <a:ext cx="265846" cy="4013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E832BC-E007-3546-A811-DCFF6F9C1F55}"/>
              </a:ext>
            </a:extLst>
          </p:cNvPr>
          <p:cNvSpPr txBox="1"/>
          <p:nvPr/>
        </p:nvSpPr>
        <p:spPr>
          <a:xfrm>
            <a:off x="5733947" y="210284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A0A2C51-30BB-5100-7D37-CB6DB437CA92}"/>
              </a:ext>
            </a:extLst>
          </p:cNvPr>
          <p:cNvSpPr/>
          <p:nvPr/>
        </p:nvSpPr>
        <p:spPr>
          <a:xfrm>
            <a:off x="7130634" y="2412998"/>
            <a:ext cx="265846" cy="401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941D90-FA4C-32A2-D856-EB3B03D0E5A4}"/>
              </a:ext>
            </a:extLst>
          </p:cNvPr>
          <p:cNvSpPr txBox="1"/>
          <p:nvPr/>
        </p:nvSpPr>
        <p:spPr>
          <a:xfrm>
            <a:off x="7044587" y="2113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5A2F771-E022-F980-DBF4-77D1271D44CD}"/>
              </a:ext>
            </a:extLst>
          </p:cNvPr>
          <p:cNvSpPr/>
          <p:nvPr/>
        </p:nvSpPr>
        <p:spPr>
          <a:xfrm>
            <a:off x="2162394" y="2210673"/>
            <a:ext cx="265846" cy="6138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F8AEDA-6D76-EE57-35E9-A6A5E7094BBE}"/>
              </a:ext>
            </a:extLst>
          </p:cNvPr>
          <p:cNvSpPr txBox="1"/>
          <p:nvPr/>
        </p:nvSpPr>
        <p:spPr>
          <a:xfrm>
            <a:off x="2076347" y="19098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50</a:t>
            </a:r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33B6430-355A-CA19-49C2-F12582D186C7}"/>
              </a:ext>
            </a:extLst>
          </p:cNvPr>
          <p:cNvSpPr/>
          <p:nvPr/>
        </p:nvSpPr>
        <p:spPr>
          <a:xfrm>
            <a:off x="3899754" y="2434828"/>
            <a:ext cx="26584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3BC5EE3-7E45-BEDB-04D8-3F9AB2B62ED4}"/>
              </a:ext>
            </a:extLst>
          </p:cNvPr>
          <p:cNvSpPr/>
          <p:nvPr/>
        </p:nvSpPr>
        <p:spPr>
          <a:xfrm>
            <a:off x="5464394" y="2170946"/>
            <a:ext cx="265846" cy="6636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296FC9F-1901-08CE-5FA1-F906042CB439}"/>
              </a:ext>
            </a:extLst>
          </p:cNvPr>
          <p:cNvSpPr/>
          <p:nvPr/>
        </p:nvSpPr>
        <p:spPr>
          <a:xfrm>
            <a:off x="6825834" y="2130306"/>
            <a:ext cx="265846" cy="6636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A5EE47-9408-FB2C-120B-792E22926FFC}"/>
              </a:ext>
            </a:extLst>
          </p:cNvPr>
          <p:cNvSpPr txBox="1"/>
          <p:nvPr/>
        </p:nvSpPr>
        <p:spPr>
          <a:xfrm>
            <a:off x="3803547" y="207236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30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8A594B-DCD9-870A-E57C-51D35DE22B2A}"/>
              </a:ext>
            </a:extLst>
          </p:cNvPr>
          <p:cNvSpPr txBox="1"/>
          <p:nvPr/>
        </p:nvSpPr>
        <p:spPr>
          <a:xfrm>
            <a:off x="5358027" y="186916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50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69565A-D5FE-C3B3-891E-5A4724AEB81F}"/>
              </a:ext>
            </a:extLst>
          </p:cNvPr>
          <p:cNvSpPr txBox="1"/>
          <p:nvPr/>
        </p:nvSpPr>
        <p:spPr>
          <a:xfrm>
            <a:off x="6729627" y="182852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70</a:t>
            </a:r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E0CE51A-227F-267D-55F1-3157B412580B}"/>
              </a:ext>
            </a:extLst>
          </p:cNvPr>
          <p:cNvSpPr/>
          <p:nvPr/>
        </p:nvSpPr>
        <p:spPr>
          <a:xfrm>
            <a:off x="8802121" y="2153921"/>
            <a:ext cx="265846" cy="690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CAD063B-E56E-9D82-FCAC-063F969F7860}"/>
              </a:ext>
            </a:extLst>
          </p:cNvPr>
          <p:cNvSpPr/>
          <p:nvPr/>
        </p:nvSpPr>
        <p:spPr>
          <a:xfrm>
            <a:off x="8461594" y="2412998"/>
            <a:ext cx="265846" cy="4114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E9BBD5-FC14-74D7-762E-1BD5B6715C58}"/>
              </a:ext>
            </a:extLst>
          </p:cNvPr>
          <p:cNvSpPr txBox="1"/>
          <p:nvPr/>
        </p:nvSpPr>
        <p:spPr>
          <a:xfrm>
            <a:off x="8741307" y="183868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60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66C1BF-E4FB-758F-E85F-951FCB7EEB64}"/>
              </a:ext>
            </a:extLst>
          </p:cNvPr>
          <p:cNvSpPr txBox="1"/>
          <p:nvPr/>
        </p:nvSpPr>
        <p:spPr>
          <a:xfrm>
            <a:off x="8365387" y="20622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50</a:t>
            </a:r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D1E6D-21F5-B3CA-B529-C351E7B83A3B}"/>
              </a:ext>
            </a:extLst>
          </p:cNvPr>
          <p:cNvSpPr txBox="1"/>
          <p:nvPr/>
        </p:nvSpPr>
        <p:spPr>
          <a:xfrm>
            <a:off x="9560536" y="2217003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최종</a:t>
            </a:r>
            <a:endParaRPr lang="en-US" altLang="ko-KR" dirty="0"/>
          </a:p>
          <a:p>
            <a:r>
              <a:rPr lang="ko-KR" altLang="en-US" dirty="0"/>
              <a:t>불합격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29B9C06-0C13-7B6C-ADF2-823307DCB51C}"/>
              </a:ext>
            </a:extLst>
          </p:cNvPr>
          <p:cNvSpPr/>
          <p:nvPr/>
        </p:nvSpPr>
        <p:spPr>
          <a:xfrm>
            <a:off x="1400394" y="2079228"/>
            <a:ext cx="26584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0000"/>
                </a:solidFill>
              </a:rPr>
              <a:t>득점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FB42ABF-4389-58EF-7F6D-8C08964ABBB7}"/>
              </a:ext>
            </a:extLst>
          </p:cNvPr>
          <p:cNvSpPr/>
          <p:nvPr/>
        </p:nvSpPr>
        <p:spPr>
          <a:xfrm>
            <a:off x="1410959" y="2656562"/>
            <a:ext cx="265846" cy="413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기준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705A87A-39E4-FA9E-94E6-488E00DC00EE}"/>
              </a:ext>
            </a:extLst>
          </p:cNvPr>
          <p:cNvSpPr/>
          <p:nvPr/>
        </p:nvSpPr>
        <p:spPr>
          <a:xfrm>
            <a:off x="2022245" y="3615452"/>
            <a:ext cx="2222949" cy="3490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8D095BA-CB2D-83A9-FBC7-FAEB9713EC18}"/>
              </a:ext>
            </a:extLst>
          </p:cNvPr>
          <p:cNvSpPr/>
          <p:nvPr/>
        </p:nvSpPr>
        <p:spPr>
          <a:xfrm>
            <a:off x="4243654" y="3619024"/>
            <a:ext cx="2045386" cy="3490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48D8375-B3DE-8C6E-FB5D-765FAB8C8135}"/>
              </a:ext>
            </a:extLst>
          </p:cNvPr>
          <p:cNvSpPr/>
          <p:nvPr/>
        </p:nvSpPr>
        <p:spPr>
          <a:xfrm>
            <a:off x="6298357" y="3615452"/>
            <a:ext cx="1868193" cy="3490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5BADF0C-150F-5BED-A2E9-578B8004D86D}"/>
              </a:ext>
            </a:extLst>
          </p:cNvPr>
          <p:cNvSpPr/>
          <p:nvPr/>
        </p:nvSpPr>
        <p:spPr>
          <a:xfrm>
            <a:off x="8175867" y="3615452"/>
            <a:ext cx="1669871" cy="34901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6C2DFD-0F30-604A-6F35-F4A517940404}"/>
              </a:ext>
            </a:extLst>
          </p:cNvPr>
          <p:cNvSpPr txBox="1"/>
          <p:nvPr/>
        </p:nvSpPr>
        <p:spPr>
          <a:xfrm>
            <a:off x="1280160" y="351536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보유</a:t>
            </a:r>
            <a:endParaRPr lang="en-US" altLang="ko-KR" sz="1200" b="1" dirty="0"/>
          </a:p>
          <a:p>
            <a:r>
              <a:rPr lang="ko-KR" altLang="en-US" sz="1200" b="1" dirty="0"/>
              <a:t>문제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4914D6-A838-2C8E-8EBB-F9673EDB4033}"/>
              </a:ext>
            </a:extLst>
          </p:cNvPr>
          <p:cNvSpPr txBox="1"/>
          <p:nvPr/>
        </p:nvSpPr>
        <p:spPr>
          <a:xfrm>
            <a:off x="1280160" y="4070728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풀이</a:t>
            </a:r>
            <a:endParaRPr lang="en-US" altLang="ko-KR" sz="1200" b="1" dirty="0"/>
          </a:p>
          <a:p>
            <a:r>
              <a:rPr lang="ko-KR" altLang="en-US" sz="1200" b="1" dirty="0"/>
              <a:t>문제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F651457-83D3-32CB-4438-D8880EF92375}"/>
              </a:ext>
            </a:extLst>
          </p:cNvPr>
          <p:cNvSpPr/>
          <p:nvPr/>
        </p:nvSpPr>
        <p:spPr>
          <a:xfrm>
            <a:off x="2042566" y="4094759"/>
            <a:ext cx="1139522" cy="3490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40(40%)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34F2D1A-7C98-9A85-F9D3-FAF0C9747E45}"/>
              </a:ext>
            </a:extLst>
          </p:cNvPr>
          <p:cNvSpPr/>
          <p:nvPr/>
        </p:nvSpPr>
        <p:spPr>
          <a:xfrm>
            <a:off x="4285833" y="4094759"/>
            <a:ext cx="1072193" cy="3490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30(30%)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BDBE122-BCCA-FC97-C603-D45D0BF6557B}"/>
              </a:ext>
            </a:extLst>
          </p:cNvPr>
          <p:cNvSpPr/>
          <p:nvPr/>
        </p:nvSpPr>
        <p:spPr>
          <a:xfrm>
            <a:off x="6322692" y="4070728"/>
            <a:ext cx="1031462" cy="3490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20(20%)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9A21858-0A20-4ADF-5C15-7938B785F226}"/>
              </a:ext>
            </a:extLst>
          </p:cNvPr>
          <p:cNvSpPr/>
          <p:nvPr/>
        </p:nvSpPr>
        <p:spPr>
          <a:xfrm>
            <a:off x="8175867" y="4089955"/>
            <a:ext cx="1003380" cy="34901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10(10%)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BAC375C-2231-D61D-2E20-DE51BF33034C}"/>
              </a:ext>
            </a:extLst>
          </p:cNvPr>
          <p:cNvSpPr txBox="1"/>
          <p:nvPr/>
        </p:nvSpPr>
        <p:spPr>
          <a:xfrm>
            <a:off x="9936480" y="3627120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400</a:t>
            </a:r>
            <a:endParaRPr lang="ko-KR" altLang="en-US" sz="12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3E5C8B-0AAC-2095-A6AB-40340549BDEF}"/>
              </a:ext>
            </a:extLst>
          </p:cNvPr>
          <p:cNvSpPr txBox="1"/>
          <p:nvPr/>
        </p:nvSpPr>
        <p:spPr>
          <a:xfrm>
            <a:off x="9710852" y="4205180"/>
            <a:ext cx="8771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100(25%)</a:t>
            </a:r>
            <a:endParaRPr lang="ko-KR" altLang="en-US" sz="1200" b="1" dirty="0"/>
          </a:p>
        </p:txBody>
      </p:sp>
      <p:sp>
        <p:nvSpPr>
          <p:cNvPr id="60" name="자유형: 도형 59">
            <a:extLst>
              <a:ext uri="{FF2B5EF4-FFF2-40B4-BE49-F238E27FC236}">
                <a16:creationId xmlns:a16="http://schemas.microsoft.com/office/drawing/2014/main" id="{934F4E30-A3DF-0521-2706-9E907BB4ECAB}"/>
              </a:ext>
            </a:extLst>
          </p:cNvPr>
          <p:cNvSpPr/>
          <p:nvPr/>
        </p:nvSpPr>
        <p:spPr>
          <a:xfrm>
            <a:off x="1737360" y="4927600"/>
            <a:ext cx="5588000" cy="375920"/>
          </a:xfrm>
          <a:custGeom>
            <a:avLst/>
            <a:gdLst>
              <a:gd name="connsiteX0" fmla="*/ 0 w 5588000"/>
              <a:gd name="connsiteY0" fmla="*/ 365760 h 375920"/>
              <a:gd name="connsiteX1" fmla="*/ 193040 w 5588000"/>
              <a:gd name="connsiteY1" fmla="*/ 152400 h 375920"/>
              <a:gd name="connsiteX2" fmla="*/ 579120 w 5588000"/>
              <a:gd name="connsiteY2" fmla="*/ 142240 h 375920"/>
              <a:gd name="connsiteX3" fmla="*/ 772160 w 5588000"/>
              <a:gd name="connsiteY3" fmla="*/ 284480 h 375920"/>
              <a:gd name="connsiteX4" fmla="*/ 1209040 w 5588000"/>
              <a:gd name="connsiteY4" fmla="*/ 81280 h 375920"/>
              <a:gd name="connsiteX5" fmla="*/ 1767840 w 5588000"/>
              <a:gd name="connsiteY5" fmla="*/ 284480 h 375920"/>
              <a:gd name="connsiteX6" fmla="*/ 2021840 w 5588000"/>
              <a:gd name="connsiteY6" fmla="*/ 111760 h 375920"/>
              <a:gd name="connsiteX7" fmla="*/ 2712720 w 5588000"/>
              <a:gd name="connsiteY7" fmla="*/ 101600 h 375920"/>
              <a:gd name="connsiteX8" fmla="*/ 3027680 w 5588000"/>
              <a:gd name="connsiteY8" fmla="*/ 375920 h 375920"/>
              <a:gd name="connsiteX9" fmla="*/ 3505200 w 5588000"/>
              <a:gd name="connsiteY9" fmla="*/ 375920 h 375920"/>
              <a:gd name="connsiteX10" fmla="*/ 3616960 w 5588000"/>
              <a:gd name="connsiteY10" fmla="*/ 10160 h 375920"/>
              <a:gd name="connsiteX11" fmla="*/ 3992880 w 5588000"/>
              <a:gd name="connsiteY11" fmla="*/ 314960 h 375920"/>
              <a:gd name="connsiteX12" fmla="*/ 4673600 w 5588000"/>
              <a:gd name="connsiteY12" fmla="*/ 294640 h 375920"/>
              <a:gd name="connsiteX13" fmla="*/ 4886960 w 5588000"/>
              <a:gd name="connsiteY13" fmla="*/ 0 h 375920"/>
              <a:gd name="connsiteX14" fmla="*/ 5588000 w 5588000"/>
              <a:gd name="connsiteY14" fmla="*/ 233680 h 37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88000" h="375920">
                <a:moveTo>
                  <a:pt x="0" y="365760"/>
                </a:moveTo>
                <a:lnTo>
                  <a:pt x="193040" y="152400"/>
                </a:lnTo>
                <a:lnTo>
                  <a:pt x="579120" y="142240"/>
                </a:lnTo>
                <a:lnTo>
                  <a:pt x="772160" y="284480"/>
                </a:lnTo>
                <a:lnTo>
                  <a:pt x="1209040" y="81280"/>
                </a:lnTo>
                <a:lnTo>
                  <a:pt x="1767840" y="284480"/>
                </a:lnTo>
                <a:lnTo>
                  <a:pt x="2021840" y="111760"/>
                </a:lnTo>
                <a:lnTo>
                  <a:pt x="2712720" y="101600"/>
                </a:lnTo>
                <a:lnTo>
                  <a:pt x="3027680" y="375920"/>
                </a:lnTo>
                <a:lnTo>
                  <a:pt x="3505200" y="375920"/>
                </a:lnTo>
                <a:lnTo>
                  <a:pt x="3616960" y="10160"/>
                </a:lnTo>
                <a:lnTo>
                  <a:pt x="3992880" y="314960"/>
                </a:lnTo>
                <a:lnTo>
                  <a:pt x="4673600" y="294640"/>
                </a:lnTo>
                <a:lnTo>
                  <a:pt x="4886960" y="0"/>
                </a:lnTo>
                <a:lnTo>
                  <a:pt x="5588000" y="23368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FE03BC5-31E3-5568-4824-9FF68FC19606}"/>
              </a:ext>
            </a:extLst>
          </p:cNvPr>
          <p:cNvSpPr txBox="1"/>
          <p:nvPr/>
        </p:nvSpPr>
        <p:spPr>
          <a:xfrm>
            <a:off x="1341524" y="525035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등록일</a:t>
            </a:r>
            <a:endParaRPr lang="ko-KR" altLang="en-US" sz="1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217E2F1-6B70-7F2F-C285-26D59C27CC2C}"/>
              </a:ext>
            </a:extLst>
          </p:cNvPr>
          <p:cNvSpPr txBox="1"/>
          <p:nvPr/>
        </p:nvSpPr>
        <p:spPr>
          <a:xfrm>
            <a:off x="6970164" y="528083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금일</a:t>
            </a:r>
            <a:endParaRPr lang="ko-KR" altLang="en-US" sz="1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71D1BF6-BC0C-5D8C-6A2C-266E5A780E07}"/>
              </a:ext>
            </a:extLst>
          </p:cNvPr>
          <p:cNvSpPr txBox="1"/>
          <p:nvPr/>
        </p:nvSpPr>
        <p:spPr>
          <a:xfrm>
            <a:off x="304800" y="5709920"/>
            <a:ext cx="64793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/>
              <a:t>색터</a:t>
            </a:r>
            <a:r>
              <a:rPr lang="en-US" altLang="ko-KR" sz="1400" b="1" dirty="0"/>
              <a:t>5</a:t>
            </a:r>
          </a:p>
          <a:p>
            <a:r>
              <a:rPr lang="ko-KR" altLang="en-US" sz="1400" b="1" dirty="0"/>
              <a:t>풀이</a:t>
            </a:r>
            <a:endParaRPr lang="en-US" altLang="ko-KR" sz="1400" b="1" dirty="0"/>
          </a:p>
          <a:p>
            <a:r>
              <a:rPr lang="ko-KR" altLang="en-US" sz="1400" b="1" dirty="0"/>
              <a:t>옵션</a:t>
            </a:r>
            <a:endParaRPr lang="en-US" altLang="ko-KR" sz="1400" b="1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F0F2F50-ED92-81A8-2A2E-DFA213FC9D60}"/>
              </a:ext>
            </a:extLst>
          </p:cNvPr>
          <p:cNvSpPr/>
          <p:nvPr/>
        </p:nvSpPr>
        <p:spPr>
          <a:xfrm>
            <a:off x="1206950" y="5745651"/>
            <a:ext cx="9458960" cy="6385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9ED4524F-F261-6FDF-D068-0D63E09BC5C9}"/>
              </a:ext>
            </a:extLst>
          </p:cNvPr>
          <p:cNvSpPr/>
          <p:nvPr/>
        </p:nvSpPr>
        <p:spPr>
          <a:xfrm>
            <a:off x="1694342" y="5895392"/>
            <a:ext cx="1678777" cy="3745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과목별학습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BE208C8-7219-E7B8-84D3-0BD56072590F}"/>
              </a:ext>
            </a:extLst>
          </p:cNvPr>
          <p:cNvSpPr/>
          <p:nvPr/>
        </p:nvSpPr>
        <p:spPr>
          <a:xfrm>
            <a:off x="3655222" y="5885232"/>
            <a:ext cx="2003898" cy="3745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기출회차별학습</a:t>
            </a:r>
            <a:endParaRPr lang="ko-KR" altLang="en-US" dirty="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D578A937-4812-4A80-613C-EA20CBB9D96B}"/>
              </a:ext>
            </a:extLst>
          </p:cNvPr>
          <p:cNvSpPr/>
          <p:nvPr/>
        </p:nvSpPr>
        <p:spPr>
          <a:xfrm>
            <a:off x="5920902" y="5875072"/>
            <a:ext cx="2003898" cy="3745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틀린문제학습</a:t>
            </a:r>
            <a:endParaRPr lang="ko-KR" altLang="en-US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2548AE8B-CE1F-2F6B-797B-A100A74A8206}"/>
              </a:ext>
            </a:extLst>
          </p:cNvPr>
          <p:cNvSpPr/>
          <p:nvPr/>
        </p:nvSpPr>
        <p:spPr>
          <a:xfrm>
            <a:off x="8192245" y="5866698"/>
            <a:ext cx="2003898" cy="3745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미니모의고사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602E478-340B-33F3-BE6D-6C8F5D428441}"/>
              </a:ext>
            </a:extLst>
          </p:cNvPr>
          <p:cNvSpPr txBox="1"/>
          <p:nvPr/>
        </p:nvSpPr>
        <p:spPr>
          <a:xfrm>
            <a:off x="10390450" y="3513352"/>
            <a:ext cx="18469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(</a:t>
            </a:r>
            <a:r>
              <a:rPr lang="ko-KR" altLang="en-US" sz="1600" b="1" dirty="0">
                <a:solidFill>
                  <a:srgbClr val="FF0000"/>
                </a:solidFill>
              </a:rPr>
              <a:t>문제</a:t>
            </a:r>
            <a:r>
              <a:rPr lang="en-US" altLang="ko-KR" sz="1600" b="1" dirty="0">
                <a:solidFill>
                  <a:srgbClr val="FF0000"/>
                </a:solidFill>
              </a:rPr>
              <a:t>DB</a:t>
            </a:r>
            <a:r>
              <a:rPr lang="ko-KR" altLang="en-US" sz="1600" b="1" dirty="0" err="1">
                <a:solidFill>
                  <a:srgbClr val="FF0000"/>
                </a:solidFill>
              </a:rPr>
              <a:t>에서획득</a:t>
            </a:r>
            <a:r>
              <a:rPr lang="en-US" altLang="ko-KR" sz="1600" b="1" dirty="0">
                <a:solidFill>
                  <a:srgbClr val="FF0000"/>
                </a:solidFill>
              </a:rPr>
              <a:t>)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50A4B44-D209-2E72-AFFB-02135AC8896E}"/>
              </a:ext>
            </a:extLst>
          </p:cNvPr>
          <p:cNvSpPr txBox="1"/>
          <p:nvPr/>
        </p:nvSpPr>
        <p:spPr>
          <a:xfrm>
            <a:off x="10410770" y="4143272"/>
            <a:ext cx="19046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err="1">
                <a:solidFill>
                  <a:srgbClr val="FF0000"/>
                </a:solidFill>
              </a:rPr>
              <a:t>에벤트</a:t>
            </a:r>
            <a:r>
              <a:rPr lang="en-US" altLang="ko-KR" sz="1600" b="1" dirty="0">
                <a:solidFill>
                  <a:srgbClr val="FF0000"/>
                </a:solidFill>
              </a:rPr>
              <a:t>DB</a:t>
            </a:r>
            <a:r>
              <a:rPr lang="ko-KR" altLang="en-US" sz="1600" b="1" dirty="0" err="1">
                <a:solidFill>
                  <a:srgbClr val="FF0000"/>
                </a:solidFill>
              </a:rPr>
              <a:t>에서획득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r>
              <a:rPr lang="ko-KR" altLang="en-US" sz="1600" b="1" dirty="0" err="1">
                <a:solidFill>
                  <a:srgbClr val="FF0000"/>
                </a:solidFill>
              </a:rPr>
              <a:t>누적풀이문제수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EF5E842-AD22-8918-7CDA-44E3261FD8B0}"/>
              </a:ext>
            </a:extLst>
          </p:cNvPr>
          <p:cNvSpPr txBox="1"/>
          <p:nvPr/>
        </p:nvSpPr>
        <p:spPr>
          <a:xfrm>
            <a:off x="10380290" y="4905272"/>
            <a:ext cx="19046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err="1">
                <a:solidFill>
                  <a:srgbClr val="FF0000"/>
                </a:solidFill>
              </a:rPr>
              <a:t>에벤트</a:t>
            </a:r>
            <a:r>
              <a:rPr lang="en-US" altLang="ko-KR" sz="1600" b="1" dirty="0">
                <a:solidFill>
                  <a:srgbClr val="FF0000"/>
                </a:solidFill>
              </a:rPr>
              <a:t>DB</a:t>
            </a:r>
            <a:r>
              <a:rPr lang="ko-KR" altLang="en-US" sz="1600" b="1" dirty="0" err="1">
                <a:solidFill>
                  <a:srgbClr val="FF0000"/>
                </a:solidFill>
              </a:rPr>
              <a:t>에서획득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r>
              <a:rPr lang="ko-KR" altLang="en-US" sz="1600" b="1" dirty="0" err="1">
                <a:solidFill>
                  <a:srgbClr val="FF0000"/>
                </a:solidFill>
              </a:rPr>
              <a:t>날자별풀이숫자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B9753A1-206C-5743-F5BA-5FD5507E2B93}"/>
              </a:ext>
            </a:extLst>
          </p:cNvPr>
          <p:cNvSpPr txBox="1"/>
          <p:nvPr/>
        </p:nvSpPr>
        <p:spPr>
          <a:xfrm>
            <a:off x="10378143" y="1978967"/>
            <a:ext cx="156645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기준 사전정의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r>
              <a:rPr lang="ko-KR" altLang="en-US" sz="1600" b="1" dirty="0">
                <a:solidFill>
                  <a:srgbClr val="FF0000"/>
                </a:solidFill>
              </a:rPr>
              <a:t>득점 문제</a:t>
            </a:r>
            <a:r>
              <a:rPr lang="en-US" altLang="ko-KR" sz="1600" b="1" dirty="0">
                <a:solidFill>
                  <a:srgbClr val="FF0000"/>
                </a:solidFill>
              </a:rPr>
              <a:t>DB</a:t>
            </a:r>
            <a:r>
              <a:rPr lang="ko-KR" altLang="en-US" sz="1600" b="1" dirty="0">
                <a:solidFill>
                  <a:srgbClr val="FF0000"/>
                </a:solidFill>
              </a:rPr>
              <a:t>와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r>
              <a:rPr lang="ko-KR" altLang="en-US" sz="1600" b="1" dirty="0">
                <a:solidFill>
                  <a:srgbClr val="FF0000"/>
                </a:solidFill>
              </a:rPr>
              <a:t>이벤트</a:t>
            </a:r>
            <a:r>
              <a:rPr lang="en-US" altLang="ko-KR" sz="1600" b="1" dirty="0">
                <a:solidFill>
                  <a:srgbClr val="FF0000"/>
                </a:solidFill>
              </a:rPr>
              <a:t>DB</a:t>
            </a:r>
            <a:r>
              <a:rPr lang="ko-KR" altLang="en-US" sz="1600" b="1" dirty="0">
                <a:solidFill>
                  <a:srgbClr val="FF0000"/>
                </a:solidFill>
              </a:rPr>
              <a:t>에서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r>
              <a:rPr lang="ko-KR" altLang="en-US" sz="1600" b="1" dirty="0">
                <a:solidFill>
                  <a:srgbClr val="FF0000"/>
                </a:solidFill>
              </a:rPr>
              <a:t>연산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r>
              <a:rPr lang="ko-KR" altLang="en-US" sz="1600" b="1" dirty="0" err="1">
                <a:solidFill>
                  <a:srgbClr val="FF0000"/>
                </a:solidFill>
              </a:rPr>
              <a:t>누적정답률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3634461-AEF3-7F1A-D403-196CFDB5362F}"/>
              </a:ext>
            </a:extLst>
          </p:cNvPr>
          <p:cNvSpPr txBox="1"/>
          <p:nvPr/>
        </p:nvSpPr>
        <p:spPr>
          <a:xfrm>
            <a:off x="10359970" y="57790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풀이옵션기준으로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r>
              <a:rPr lang="ko-KR" altLang="en-US" sz="1600" b="1" dirty="0">
                <a:solidFill>
                  <a:srgbClr val="FF0000"/>
                </a:solidFill>
              </a:rPr>
              <a:t>문제 필터링</a:t>
            </a:r>
          </a:p>
        </p:txBody>
      </p:sp>
    </p:spTree>
    <p:extLst>
      <p:ext uri="{BB962C8B-B14F-4D97-AF65-F5344CB8AC3E}">
        <p14:creationId xmlns:p14="http://schemas.microsoft.com/office/powerpoint/2010/main" val="7706623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F9F22-4BFF-9917-81D5-FF14A2B33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798E7E7-D8F2-EB1C-EF2B-DD58FD960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70" y="2905760"/>
            <a:ext cx="11885059" cy="39522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3C6D9D-F662-00C7-B452-0464E6F1260A}"/>
              </a:ext>
            </a:extLst>
          </p:cNvPr>
          <p:cNvSpPr txBox="1"/>
          <p:nvPr/>
        </p:nvSpPr>
        <p:spPr>
          <a:xfrm>
            <a:off x="3120572" y="177799"/>
            <a:ext cx="5961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 </a:t>
            </a:r>
            <a:r>
              <a:rPr lang="ko-KR" altLang="en-US" dirty="0"/>
              <a:t>대문에서 과목별 학습옵션이 정해진 후 문제풀이 화면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AF4FAE-66AF-E0F2-5816-5891CFB71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70" y="873760"/>
            <a:ext cx="11632130" cy="188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345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F9BE3-5435-3613-1F7F-0E1895261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3D22FD9-03FE-8BF0-874D-072C34148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70" y="2458720"/>
            <a:ext cx="11885059" cy="43992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886E59-4464-7B39-2720-8408C0732300}"/>
              </a:ext>
            </a:extLst>
          </p:cNvPr>
          <p:cNvSpPr txBox="1"/>
          <p:nvPr/>
        </p:nvSpPr>
        <p:spPr>
          <a:xfrm>
            <a:off x="3120572" y="177799"/>
            <a:ext cx="5961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 </a:t>
            </a:r>
            <a:r>
              <a:rPr lang="ko-KR" altLang="en-US" dirty="0"/>
              <a:t>대문에서 </a:t>
            </a:r>
            <a:r>
              <a:rPr lang="ko-KR" altLang="en-US" dirty="0" err="1"/>
              <a:t>회차별</a:t>
            </a:r>
            <a:r>
              <a:rPr lang="ko-KR" altLang="en-US" dirty="0"/>
              <a:t> 학습옵션이 정해진 후 문제풀이 화면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3DE4E2-BE36-9BEF-26B6-685A3F7CB988}"/>
              </a:ext>
            </a:extLst>
          </p:cNvPr>
          <p:cNvSpPr/>
          <p:nvPr/>
        </p:nvSpPr>
        <p:spPr>
          <a:xfrm>
            <a:off x="589280" y="904240"/>
            <a:ext cx="721360" cy="619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20</a:t>
            </a:r>
            <a:r>
              <a:rPr lang="ko-KR" altLang="en-US" dirty="0"/>
              <a:t>회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B759D51-2DFF-E2EC-4902-D985F3384A12}"/>
              </a:ext>
            </a:extLst>
          </p:cNvPr>
          <p:cNvSpPr/>
          <p:nvPr/>
        </p:nvSpPr>
        <p:spPr>
          <a:xfrm>
            <a:off x="1442720" y="904240"/>
            <a:ext cx="721360" cy="619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21</a:t>
            </a:r>
            <a:r>
              <a:rPr lang="ko-KR" altLang="en-US" dirty="0"/>
              <a:t>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A80EBE8-66B7-A4D3-18A1-09833C58FB10}"/>
              </a:ext>
            </a:extLst>
          </p:cNvPr>
          <p:cNvSpPr/>
          <p:nvPr/>
        </p:nvSpPr>
        <p:spPr>
          <a:xfrm>
            <a:off x="8513390" y="960120"/>
            <a:ext cx="721360" cy="619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30</a:t>
            </a:r>
            <a:r>
              <a:rPr lang="ko-KR" altLang="en-US" dirty="0"/>
              <a:t>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67A23F-8E3A-B3DE-3A75-8F9790C8D860}"/>
              </a:ext>
            </a:extLst>
          </p:cNvPr>
          <p:cNvSpPr txBox="1"/>
          <p:nvPr/>
        </p:nvSpPr>
        <p:spPr>
          <a:xfrm>
            <a:off x="3373120" y="960120"/>
            <a:ext cx="4156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------------------------------------------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5FC774-198B-B5C3-F4C3-8D270979769D}"/>
              </a:ext>
            </a:extLst>
          </p:cNvPr>
          <p:cNvSpPr txBox="1"/>
          <p:nvPr/>
        </p:nvSpPr>
        <p:spPr>
          <a:xfrm>
            <a:off x="9467030" y="975360"/>
            <a:ext cx="2321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(EROUND</a:t>
            </a:r>
            <a:r>
              <a:rPr lang="ko-KR" altLang="en-US" sz="1600" b="1" dirty="0" err="1">
                <a:solidFill>
                  <a:srgbClr val="FF0000"/>
                </a:solidFill>
              </a:rPr>
              <a:t>에거</a:t>
            </a:r>
            <a:r>
              <a:rPr lang="ko-KR" altLang="en-US" sz="1600" b="1" dirty="0">
                <a:solidFill>
                  <a:srgbClr val="FF0000"/>
                </a:solidFill>
              </a:rPr>
              <a:t> 가져옴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r>
              <a:rPr lang="ko-KR" altLang="en-US" sz="1600" b="1" dirty="0">
                <a:solidFill>
                  <a:srgbClr val="FF0000"/>
                </a:solidFill>
              </a:rPr>
              <a:t>버튼 또는 스크롤 선택</a:t>
            </a:r>
            <a:r>
              <a:rPr lang="en-US" altLang="ko-KR" sz="1600" b="1" dirty="0">
                <a:solidFill>
                  <a:srgbClr val="FF0000"/>
                </a:solidFill>
              </a:rPr>
              <a:t>)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0615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C5FF3-1003-8191-DA91-BFD2EE498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48B9BF1-46E1-85FF-ECAC-4C2DBADAF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70" y="2905760"/>
            <a:ext cx="11885059" cy="39522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3A5D4A-8DC0-B19D-0EB4-E2C00F7F914D}"/>
              </a:ext>
            </a:extLst>
          </p:cNvPr>
          <p:cNvSpPr txBox="1"/>
          <p:nvPr/>
        </p:nvSpPr>
        <p:spPr>
          <a:xfrm>
            <a:off x="3120572" y="177799"/>
            <a:ext cx="6110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</a:t>
            </a:r>
            <a:r>
              <a:rPr lang="ko-KR" altLang="en-US" dirty="0"/>
              <a:t>대문에서 </a:t>
            </a:r>
            <a:r>
              <a:rPr lang="ko-KR" altLang="en-US" dirty="0" err="1"/>
              <a:t>틀린문제</a:t>
            </a:r>
            <a:r>
              <a:rPr lang="ko-KR" altLang="en-US" dirty="0"/>
              <a:t> 학습옵션이 정해진 후 문제풀이 화면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60CA0A2-461D-5F67-D26F-6369A13D9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70" y="873761"/>
            <a:ext cx="11632130" cy="16459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580E52-2D3F-11F3-F6B1-0C2306A59775}"/>
              </a:ext>
            </a:extLst>
          </p:cNvPr>
          <p:cNvSpPr txBox="1"/>
          <p:nvPr/>
        </p:nvSpPr>
        <p:spPr>
          <a:xfrm>
            <a:off x="1623510" y="2420333"/>
            <a:ext cx="8985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각 과목별로 </a:t>
            </a:r>
            <a:r>
              <a:rPr lang="ko-KR" altLang="en-US" sz="1600" b="1" dirty="0" err="1">
                <a:solidFill>
                  <a:srgbClr val="FF0000"/>
                </a:solidFill>
              </a:rPr>
              <a:t>틀린문제들먼</a:t>
            </a:r>
            <a:r>
              <a:rPr lang="ko-KR" altLang="en-US" sz="1600" b="1" dirty="0">
                <a:solidFill>
                  <a:srgbClr val="FF0000"/>
                </a:solidFill>
              </a:rPr>
              <a:t> 선별하여 제공함 이때 틀린 회수 통계를 제공함</a:t>
            </a:r>
            <a:br>
              <a:rPr lang="en-US" altLang="ko-KR" sz="1600" b="1" dirty="0">
                <a:solidFill>
                  <a:srgbClr val="FF0000"/>
                </a:solidFill>
              </a:rPr>
            </a:br>
            <a:r>
              <a:rPr lang="ko-KR" altLang="en-US" sz="1600" b="1" dirty="0">
                <a:solidFill>
                  <a:srgbClr val="FF0000"/>
                </a:solidFill>
              </a:rPr>
              <a:t>예를 들면 과목일 총 오답 </a:t>
            </a:r>
            <a:r>
              <a:rPr lang="en-US" altLang="ko-KR" sz="1600" b="1" dirty="0">
                <a:solidFill>
                  <a:srgbClr val="FF0000"/>
                </a:solidFill>
              </a:rPr>
              <a:t>30</a:t>
            </a:r>
            <a:r>
              <a:rPr lang="ko-KR" altLang="en-US" sz="1600" b="1" dirty="0" err="1">
                <a:solidFill>
                  <a:srgbClr val="FF0000"/>
                </a:solidFill>
              </a:rPr>
              <a:t>문제중</a:t>
            </a:r>
            <a:r>
              <a:rPr lang="en-US" altLang="ko-KR" sz="1600" b="1" dirty="0">
                <a:solidFill>
                  <a:srgbClr val="FF0000"/>
                </a:solidFill>
              </a:rPr>
              <a:t>( 1</a:t>
            </a:r>
            <a:r>
              <a:rPr lang="ko-KR" altLang="en-US" sz="1600" b="1" dirty="0" err="1">
                <a:solidFill>
                  <a:srgbClr val="FF0000"/>
                </a:solidFill>
              </a:rPr>
              <a:t>번틀린문제</a:t>
            </a:r>
            <a:r>
              <a:rPr lang="ko-KR" altLang="en-US" sz="1600" b="1" dirty="0">
                <a:solidFill>
                  <a:srgbClr val="FF0000"/>
                </a:solidFill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</a:rPr>
              <a:t>10, 2</a:t>
            </a:r>
            <a:r>
              <a:rPr lang="ko-KR" altLang="en-US" sz="1600" b="1" dirty="0" err="1">
                <a:solidFill>
                  <a:srgbClr val="FF0000"/>
                </a:solidFill>
              </a:rPr>
              <a:t>번틀린문제</a:t>
            </a:r>
            <a:r>
              <a:rPr lang="ko-KR" altLang="en-US" sz="1600" b="1" dirty="0">
                <a:solidFill>
                  <a:srgbClr val="FF0000"/>
                </a:solidFill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</a:rPr>
              <a:t>10, </a:t>
            </a:r>
            <a:r>
              <a:rPr lang="ko-KR" altLang="en-US" sz="1600" b="1" dirty="0" err="1">
                <a:solidFill>
                  <a:srgbClr val="FF0000"/>
                </a:solidFill>
              </a:rPr>
              <a:t>세번이상</a:t>
            </a:r>
            <a:r>
              <a:rPr lang="ko-KR" altLang="en-US" sz="1600" b="1" dirty="0">
                <a:solidFill>
                  <a:srgbClr val="FF0000"/>
                </a:solidFill>
              </a:rPr>
              <a:t> </a:t>
            </a:r>
            <a:r>
              <a:rPr lang="ko-KR" altLang="en-US" sz="1600" b="1" dirty="0" err="1">
                <a:solidFill>
                  <a:srgbClr val="FF0000"/>
                </a:solidFill>
              </a:rPr>
              <a:t>틀린문제</a:t>
            </a:r>
            <a:r>
              <a:rPr lang="ko-KR" altLang="en-US" sz="1600" b="1" dirty="0">
                <a:solidFill>
                  <a:srgbClr val="FF0000"/>
                </a:solidFill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</a:rPr>
              <a:t>10</a:t>
            </a:r>
            <a:r>
              <a:rPr lang="ko-KR" altLang="en-US" sz="1600" b="1" dirty="0">
                <a:solidFill>
                  <a:srgbClr val="FF0000"/>
                </a:solidFill>
              </a:rPr>
              <a:t>등</a:t>
            </a:r>
            <a:r>
              <a:rPr lang="en-US" altLang="ko-KR" sz="1600" b="1" dirty="0">
                <a:solidFill>
                  <a:srgbClr val="FF0000"/>
                </a:solidFill>
              </a:rPr>
              <a:t>)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466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7BA0A-FD8E-55EF-FF9C-B47302FDE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D7ECDFA-9775-8905-AE23-DF1364568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41" y="2346960"/>
            <a:ext cx="11885059" cy="39522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1B23DF-02FE-223A-356E-C677DDA2A61B}"/>
              </a:ext>
            </a:extLst>
          </p:cNvPr>
          <p:cNvSpPr txBox="1"/>
          <p:nvPr/>
        </p:nvSpPr>
        <p:spPr>
          <a:xfrm>
            <a:off x="3120572" y="177799"/>
            <a:ext cx="6885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5.</a:t>
            </a:r>
            <a:r>
              <a:rPr lang="ko-KR" altLang="en-US" dirty="0"/>
              <a:t>대문에서 과목별 미니모의고사 옵션이 정해진 후 문제풀이 화면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1DCCDFC-A194-7B54-EF20-F01A9862F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177905"/>
              </p:ext>
            </p:extLst>
          </p:nvPr>
        </p:nvGraphicFramePr>
        <p:xfrm>
          <a:off x="1564639" y="959272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487368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8490954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7671565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806497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과목당 </a:t>
                      </a:r>
                      <a:r>
                        <a:rPr lang="en-US" altLang="ko-KR" dirty="0"/>
                        <a:t>10%</a:t>
                      </a:r>
                      <a:r>
                        <a:rPr lang="ko-KR" altLang="en-US" dirty="0"/>
                        <a:t>문제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과목당 </a:t>
                      </a:r>
                      <a:r>
                        <a:rPr lang="en-US" altLang="ko-KR" dirty="0"/>
                        <a:t>30%</a:t>
                      </a:r>
                      <a:r>
                        <a:rPr lang="ko-KR" altLang="en-US" dirty="0"/>
                        <a:t>문제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과목당</a:t>
                      </a:r>
                      <a:r>
                        <a:rPr lang="en-US" altLang="ko-KR" dirty="0"/>
                        <a:t>50%</a:t>
                      </a:r>
                      <a:r>
                        <a:rPr lang="ko-KR" altLang="en-US" dirty="0"/>
                        <a:t>문제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과목당</a:t>
                      </a:r>
                      <a:r>
                        <a:rPr lang="en-US" altLang="ko-KR" dirty="0"/>
                        <a:t>60%</a:t>
                      </a:r>
                      <a:r>
                        <a:rPr lang="ko-KR" altLang="en-US" dirty="0"/>
                        <a:t>문제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1450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DF60DBF-9EB2-51D8-B222-E3E76C96A236}"/>
              </a:ext>
            </a:extLst>
          </p:cNvPr>
          <p:cNvSpPr txBox="1"/>
          <p:nvPr/>
        </p:nvSpPr>
        <p:spPr>
          <a:xfrm>
            <a:off x="9781990" y="975360"/>
            <a:ext cx="22942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err="1">
                <a:solidFill>
                  <a:srgbClr val="FF0000"/>
                </a:solidFill>
              </a:rPr>
              <a:t>뮨재</a:t>
            </a:r>
            <a:r>
              <a:rPr lang="en-US" altLang="ko-KR" sz="1600" b="1" dirty="0">
                <a:solidFill>
                  <a:srgbClr val="FF0000"/>
                </a:solidFill>
              </a:rPr>
              <a:t>DB</a:t>
            </a:r>
            <a:r>
              <a:rPr lang="ko-KR" altLang="en-US" sz="1600" b="1" dirty="0">
                <a:solidFill>
                  <a:srgbClr val="FF0000"/>
                </a:solidFill>
              </a:rPr>
              <a:t>에서 </a:t>
            </a:r>
            <a:r>
              <a:rPr lang="en-US" altLang="ko-KR" sz="1600" b="1" dirty="0">
                <a:solidFill>
                  <a:srgbClr val="FF0000"/>
                </a:solidFill>
              </a:rPr>
              <a:t>LAYER1</a:t>
            </a:r>
          </a:p>
          <a:p>
            <a:r>
              <a:rPr lang="ko-KR" altLang="en-US" sz="1600" b="1" dirty="0" err="1">
                <a:solidFill>
                  <a:srgbClr val="FF0000"/>
                </a:solidFill>
              </a:rPr>
              <a:t>문제수를</a:t>
            </a:r>
            <a:r>
              <a:rPr lang="ko-KR" altLang="en-US" sz="1600" b="1" dirty="0">
                <a:solidFill>
                  <a:srgbClr val="FF0000"/>
                </a:solidFill>
              </a:rPr>
              <a:t> 기준으로 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r>
              <a:rPr lang="ko-KR" altLang="en-US" sz="1600" b="1" dirty="0">
                <a:solidFill>
                  <a:srgbClr val="FF0000"/>
                </a:solidFill>
              </a:rPr>
              <a:t>해당 </a:t>
            </a:r>
            <a:r>
              <a:rPr lang="en-US" altLang="ko-KR" sz="1600" b="1" dirty="0">
                <a:solidFill>
                  <a:srgbClr val="FF0000"/>
                </a:solidFill>
              </a:rPr>
              <a:t>% </a:t>
            </a:r>
            <a:r>
              <a:rPr lang="ko-KR" altLang="en-US" sz="1600" b="1" dirty="0">
                <a:solidFill>
                  <a:srgbClr val="FF0000"/>
                </a:solidFill>
              </a:rPr>
              <a:t>만큼 랜덤하게 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r>
              <a:rPr lang="ko-KR" altLang="en-US" sz="1600" b="1" dirty="0">
                <a:solidFill>
                  <a:srgbClr val="FF0000"/>
                </a:solidFill>
              </a:rPr>
              <a:t>문제 출제</a:t>
            </a:r>
          </a:p>
        </p:txBody>
      </p:sp>
    </p:spTree>
    <p:extLst>
      <p:ext uri="{BB962C8B-B14F-4D97-AF65-F5344CB8AC3E}">
        <p14:creationId xmlns:p14="http://schemas.microsoft.com/office/powerpoint/2010/main" val="2181205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419</Words>
  <Application>Microsoft Office PowerPoint</Application>
  <PresentationFormat>와이드스크린</PresentationFormat>
  <Paragraphs>120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5" baseType="lpstr">
      <vt:lpstr>맑은 고딕</vt:lpstr>
      <vt:lpstr>Arial</vt:lpstr>
      <vt:lpstr>Office 테마</vt:lpstr>
      <vt:lpstr>ACIU S3 UI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ACIU S3 UI</dc:title>
  <dc:creator>Machine Sales</dc:creator>
  <cp:lastModifiedBy>Machine Sales</cp:lastModifiedBy>
  <cp:revision>4</cp:revision>
  <dcterms:created xsi:type="dcterms:W3CDTF">2025-08-04T22:52:25Z</dcterms:created>
  <dcterms:modified xsi:type="dcterms:W3CDTF">2026-02-20T13:18:52Z</dcterms:modified>
</cp:coreProperties>
</file>