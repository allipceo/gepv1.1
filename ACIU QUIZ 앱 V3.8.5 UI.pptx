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2808E-7F8B-4028-979C-25FFE2B6E7B2}" v="2" dt="2026-02-20T13:15:48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51368-1C4A-4CD0-8E60-1A1A1862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6B66F8-B8FE-4886-872F-54BFA2BFA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90C7D-BD4B-4175-A2CE-D22D37A1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6A5C3-24A6-49E6-A3A0-5BADB271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AF48F0-4806-4ADC-BF59-80C1C5DE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8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8912A-9394-477B-A20C-4E840B39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6253C-4E5A-422D-AA27-BAB9CA25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A0D026-A04E-4075-9CBB-B85C9E6A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81CD6-3570-4DBD-9A3F-CB993806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93CFEB-770C-4E6E-99B9-3A16E5B9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01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698D8-FAC6-4903-B38C-2317F36E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2B3EF-F152-4B99-80E9-9847BABE3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3EBC9-07A4-4893-AC43-E2134583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6197A-2565-47CE-80A2-D1BF932A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4EF49-7679-47C6-8F1B-00AEC597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45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94558-660F-4BF9-BDAF-E86CDE1D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D21B9-353A-482C-BC07-22954F0FB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CD5A55-5CB3-4C6F-AFF7-AF71C1FEC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B9FA05-5C51-4F4C-8EF1-84F8ACA1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42F1C6-2B5E-473F-ADB2-C8814CC0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622490-101A-4057-8E38-3553F13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3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B76E2-1987-4E96-BE5F-A7FC5B37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074BD-B251-4DD3-856D-2CFC8795D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2B2A01-ECFA-42B3-8AB5-EF9A6154E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AFD8D1-45F9-4CDD-A5D4-888497ED4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3FDDC-8CA8-4571-9391-57A807AD2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5EE7D7-512A-44B9-BE58-37815CB3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5FBDD8-5406-46AF-84BC-0ACA675C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DE9649-EE47-4E33-870D-8A433687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4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1734D-A45B-4743-968B-F24CB9FA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9614D3-FAFF-4E2D-B23A-ADC190EB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B49F91-8D89-4AD1-9834-51C866AC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FA75C1-C1F4-4575-9C8B-577E36EA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88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1CAB0E-1EDB-45D9-B699-EC04B1E9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0FEC75-4D43-4D3E-808E-CD70C6C4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A4B3C-B9A0-426B-B310-CFE78D57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50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E6789-BA75-401E-B3D9-1E6DEECA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088874-38AC-4732-A910-59B136408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B1CB20-2A6C-4160-9C27-93F93CA2B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673EFF-8153-4410-AB91-BF683B42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AEB9B1-6AE1-46B5-BEEB-8A5E5357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86FA8C-920F-47DF-B9F7-9165ACA4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50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D1138-6533-4E03-9729-2C7B1E60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2D4F37-0D07-4703-9A3B-0AEC0906E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456E7-CEB6-4C8C-82FA-4A56AC6DC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459E2D-1FE3-423E-B01A-0F64B043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E96F7-C8D4-4B37-835F-84DD0D43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BF6B64-8A3B-43D4-B24F-3C9AB6AA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57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D947F-F7C4-443B-B15E-4F5E2FF1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245294-F18E-490B-A4D3-B049B5AB2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D94A1-7C91-4826-8C56-50EBAB59D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330B0-ABD4-4136-BDE3-51D10F21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A7882-0E85-44E5-8361-E9FBF47A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76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3F8D1E-9A80-4AA5-81DA-4D77A064E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40EC2C-B397-4E1A-A035-D1EF1C0EC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99FA3-E53D-4086-8F5C-3FF032D8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D6F30-79E8-468D-B58A-62010AE5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E7ABC-3AE3-4324-A651-4497C62E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30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1AF961-3C3C-42B5-BF6D-107675D9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121D5-4867-40B8-B587-D3EBA3421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3DA121-01BB-4558-A0A6-B7FEDB38A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0ECC7-6F14-4001-92AA-B8C99164A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BC0EF3-92E4-4094-8091-DFD20D7CA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10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67F95-F8AB-46DB-B961-4333B2B4B15D}"/>
              </a:ext>
            </a:extLst>
          </p:cNvPr>
          <p:cNvSpPr txBox="1"/>
          <p:nvPr/>
        </p:nvSpPr>
        <p:spPr>
          <a:xfrm>
            <a:off x="5149969" y="2751827"/>
            <a:ext cx="2348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AICU QUIZ </a:t>
            </a:r>
            <a:r>
              <a:rPr lang="ko-KR" altLang="en-US" dirty="0"/>
              <a:t>앱 </a:t>
            </a:r>
            <a:r>
              <a:rPr lang="en-US" altLang="ko-KR" dirty="0"/>
              <a:t>V3.8.5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72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7AF038-4AAE-4975-9DBB-135A5CCC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97" y="655781"/>
            <a:ext cx="7748222" cy="59110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 </a:t>
            </a:r>
            <a:r>
              <a:rPr lang="ko-KR" altLang="en-US" dirty="0"/>
              <a:t>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73692-A90E-4EC7-B270-D227DE488BC9}"/>
              </a:ext>
            </a:extLst>
          </p:cNvPr>
          <p:cNvSpPr txBox="1"/>
          <p:nvPr/>
        </p:nvSpPr>
        <p:spPr>
          <a:xfrm>
            <a:off x="8850702" y="836763"/>
            <a:ext cx="2326278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대문에 표현해야 하는 정보</a:t>
            </a:r>
            <a:endParaRPr lang="en-US" altLang="ko-KR" sz="1200" dirty="0"/>
          </a:p>
          <a:p>
            <a:r>
              <a:rPr lang="en-US" altLang="ko-KR" sz="1200" dirty="0"/>
              <a:t>A box1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사용자정보 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시험날자 </a:t>
            </a:r>
            <a:r>
              <a:rPr lang="en-US" altLang="ko-KR" sz="1200" dirty="0"/>
              <a:t>D-Day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시험까지 남은 날자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그날의 명언 또는 공부 명언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B Box2 </a:t>
            </a:r>
            <a:r>
              <a:rPr lang="ko-KR" altLang="en-US" sz="1200" dirty="0" err="1"/>
              <a:t>보유문제수</a:t>
            </a:r>
            <a:r>
              <a:rPr lang="ko-KR" altLang="en-US" sz="1200" dirty="0"/>
              <a:t> 현황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기출문제 객관식 </a:t>
            </a:r>
            <a:r>
              <a:rPr lang="en-US" altLang="ko-KR" sz="1200" dirty="0"/>
              <a:t>1080</a:t>
            </a:r>
            <a:r>
              <a:rPr lang="ko-KR" altLang="en-US" sz="1200" dirty="0"/>
              <a:t>개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기출문제  진위형  </a:t>
            </a:r>
            <a:r>
              <a:rPr lang="en-US" altLang="ko-KR" sz="1200" dirty="0"/>
              <a:t>_____</a:t>
            </a:r>
            <a:r>
              <a:rPr lang="ko-KR" altLang="en-US" sz="1200" dirty="0"/>
              <a:t>개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C </a:t>
            </a:r>
            <a:r>
              <a:rPr lang="ko-KR" altLang="en-US" sz="1200" dirty="0"/>
              <a:t>학습진도 현황 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풀이한 문제   </a:t>
            </a:r>
            <a:r>
              <a:rPr lang="en-US" altLang="ko-KR" sz="1200" dirty="0"/>
              <a:t>___</a:t>
            </a:r>
            <a:r>
              <a:rPr lang="ko-KR" altLang="en-US" sz="1200" dirty="0"/>
              <a:t>개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전체 </a:t>
            </a:r>
            <a:r>
              <a:rPr lang="ko-KR" altLang="en-US" sz="1200" dirty="0" err="1"/>
              <a:t>진도율</a:t>
            </a:r>
            <a:r>
              <a:rPr lang="ko-KR" altLang="en-US" sz="1200" dirty="0"/>
              <a:t>    </a:t>
            </a:r>
            <a:r>
              <a:rPr lang="en-US" altLang="ko-KR" sz="1200" dirty="0"/>
              <a:t>__%</a:t>
            </a:r>
          </a:p>
          <a:p>
            <a:r>
              <a:rPr lang="en-US" altLang="ko-KR" sz="1200" dirty="0"/>
              <a:t>   </a:t>
            </a:r>
            <a:r>
              <a:rPr lang="ko-KR" altLang="en-US" sz="1200" dirty="0" err="1"/>
              <a:t>정답율</a:t>
            </a:r>
            <a:r>
              <a:rPr lang="ko-KR" altLang="en-US" sz="1200" dirty="0"/>
              <a:t>           </a:t>
            </a:r>
            <a:r>
              <a:rPr lang="en-US" altLang="ko-KR" sz="1200" dirty="0"/>
              <a:t>__%</a:t>
            </a:r>
          </a:p>
          <a:p>
            <a:endParaRPr lang="en-US" altLang="ko-KR" sz="1200" dirty="0"/>
          </a:p>
          <a:p>
            <a:r>
              <a:rPr lang="en-US" altLang="ko-KR" sz="1200" dirty="0"/>
              <a:t>D </a:t>
            </a:r>
            <a:r>
              <a:rPr lang="ko-KR" altLang="en-US" sz="1200" dirty="0"/>
              <a:t>금일의 학습현황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오늘 풀이한 문제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오늘 맞춘 문제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오늘 </a:t>
            </a:r>
            <a:r>
              <a:rPr lang="ko-KR" altLang="en-US" sz="1200" dirty="0" err="1"/>
              <a:t>정답율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E </a:t>
            </a:r>
            <a:r>
              <a:rPr lang="ko-KR" altLang="en-US" sz="1200" dirty="0"/>
              <a:t>학습모드 선택</a:t>
            </a: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/>
              <a:t>기본학습</a:t>
            </a: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/>
              <a:t>대분류학습</a:t>
            </a: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/>
              <a:t>중분류학습</a:t>
            </a: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 err="1"/>
              <a:t>선택형학습</a:t>
            </a: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 err="1"/>
              <a:t>진위형학습</a:t>
            </a: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/>
              <a:t>모의고사</a:t>
            </a:r>
            <a:endParaRPr lang="en-US" altLang="ko-KR" sz="12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19033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70550B-43B3-4C71-966D-3AC03460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" y="905637"/>
            <a:ext cx="7585387" cy="566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3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B67492-851F-45FB-BA66-0AC02D25A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92" y="728932"/>
            <a:ext cx="7571695" cy="54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8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967121-AB89-4874-B5BC-FCC30E70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77" y="862814"/>
            <a:ext cx="7690174" cy="5497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4905EF-4D2E-4344-9C27-2E990349E97B}"/>
              </a:ext>
            </a:extLst>
          </p:cNvPr>
          <p:cNvSpPr txBox="1"/>
          <p:nvPr/>
        </p:nvSpPr>
        <p:spPr>
          <a:xfrm>
            <a:off x="8992008" y="2786332"/>
            <a:ext cx="29690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정답을 선택하고</a:t>
            </a:r>
            <a:endParaRPr lang="en-US" altLang="ko-KR" dirty="0"/>
          </a:p>
          <a:p>
            <a:r>
              <a:rPr lang="ko-KR" altLang="en-US" dirty="0"/>
              <a:t>정답 확인을 누르면</a:t>
            </a:r>
            <a:endParaRPr lang="en-US" altLang="ko-KR" dirty="0"/>
          </a:p>
          <a:p>
            <a:r>
              <a:rPr lang="ko-KR" altLang="en-US" dirty="0"/>
              <a:t>맞으면 정답</a:t>
            </a:r>
            <a:endParaRPr lang="en-US" altLang="ko-KR" dirty="0"/>
          </a:p>
          <a:p>
            <a:r>
              <a:rPr lang="ko-KR" altLang="en-US" dirty="0"/>
              <a:t>틀리면 틀렸다고 설명함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문제를 </a:t>
            </a:r>
            <a:r>
              <a:rPr lang="ko-KR" altLang="en-US" dirty="0" err="1"/>
              <a:t>풀때</a:t>
            </a:r>
            <a:r>
              <a:rPr lang="ko-KR" altLang="en-US" dirty="0"/>
              <a:t> 마다 문제풀이</a:t>
            </a:r>
            <a:endParaRPr lang="en-US" altLang="ko-KR" dirty="0"/>
          </a:p>
          <a:p>
            <a:r>
              <a:rPr lang="ko-KR" altLang="en-US" dirty="0"/>
              <a:t>카운터가 작동해야 함</a:t>
            </a:r>
          </a:p>
        </p:txBody>
      </p:sp>
    </p:spTree>
    <p:extLst>
      <p:ext uri="{BB962C8B-B14F-4D97-AF65-F5344CB8AC3E}">
        <p14:creationId xmlns:p14="http://schemas.microsoft.com/office/powerpoint/2010/main" val="347837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A2B02B-6B7E-4BD2-B98B-CF1A64192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44" y="946900"/>
            <a:ext cx="7575056" cy="549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5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 </a:t>
            </a:r>
            <a:r>
              <a:rPr lang="ko-KR" altLang="en-US" dirty="0"/>
              <a:t>대분류 학습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49EAC5B-43AE-49DC-B515-5B51FFA9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25" y="853565"/>
            <a:ext cx="7405777" cy="52970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6C5E12-AD0C-43E8-B5B9-221C0A05D35A}"/>
              </a:ext>
            </a:extLst>
          </p:cNvPr>
          <p:cNvSpPr txBox="1"/>
          <p:nvPr/>
        </p:nvSpPr>
        <p:spPr>
          <a:xfrm>
            <a:off x="9031856" y="1431955"/>
            <a:ext cx="27831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대분류 학습은</a:t>
            </a:r>
            <a:endParaRPr lang="en-US" altLang="ko-KR" dirty="0"/>
          </a:p>
          <a:p>
            <a:r>
              <a:rPr lang="ko-KR" altLang="en-US" dirty="0"/>
              <a:t>법령</a:t>
            </a:r>
            <a:endParaRPr lang="en-US" altLang="ko-KR" dirty="0"/>
          </a:p>
          <a:p>
            <a:r>
              <a:rPr lang="ko-KR" altLang="en-US" dirty="0" err="1"/>
              <a:t>손보</a:t>
            </a:r>
            <a:r>
              <a:rPr lang="en-US" altLang="ko-KR" dirty="0"/>
              <a:t>1</a:t>
            </a:r>
            <a:r>
              <a:rPr lang="ko-KR" altLang="en-US" dirty="0"/>
              <a:t>부</a:t>
            </a:r>
            <a:endParaRPr lang="en-US" altLang="ko-KR" dirty="0"/>
          </a:p>
          <a:p>
            <a:r>
              <a:rPr lang="ko-KR" altLang="en-US" dirty="0" err="1"/>
              <a:t>손보</a:t>
            </a:r>
            <a:r>
              <a:rPr lang="en-US" altLang="ko-KR" dirty="0"/>
              <a:t>2</a:t>
            </a:r>
            <a:r>
              <a:rPr lang="ko-KR" altLang="en-US" dirty="0"/>
              <a:t>부로 구분하여 진행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부별로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endParaRPr lang="en-US" altLang="ko-KR" dirty="0"/>
          </a:p>
          <a:p>
            <a:r>
              <a:rPr lang="ko-KR" altLang="en-US" dirty="0"/>
              <a:t>세부과목이 있음</a:t>
            </a:r>
          </a:p>
        </p:txBody>
      </p:sp>
    </p:spTree>
    <p:extLst>
      <p:ext uri="{BB962C8B-B14F-4D97-AF65-F5344CB8AC3E}">
        <p14:creationId xmlns:p14="http://schemas.microsoft.com/office/powerpoint/2010/main" val="421701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</p:spTree>
    <p:extLst>
      <p:ext uri="{BB962C8B-B14F-4D97-AF65-F5344CB8AC3E}">
        <p14:creationId xmlns:p14="http://schemas.microsoft.com/office/powerpoint/2010/main" val="423676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</p:spTree>
    <p:extLst>
      <p:ext uri="{BB962C8B-B14F-4D97-AF65-F5344CB8AC3E}">
        <p14:creationId xmlns:p14="http://schemas.microsoft.com/office/powerpoint/2010/main" val="89767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</p:spTree>
    <p:extLst>
      <p:ext uri="{BB962C8B-B14F-4D97-AF65-F5344CB8AC3E}">
        <p14:creationId xmlns:p14="http://schemas.microsoft.com/office/powerpoint/2010/main" val="251932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EDF770-654D-4A46-8F65-3ABEE1AC6C66}"/>
              </a:ext>
            </a:extLst>
          </p:cNvPr>
          <p:cNvSpPr/>
          <p:nvPr/>
        </p:nvSpPr>
        <p:spPr>
          <a:xfrm>
            <a:off x="8719127" y="655781"/>
            <a:ext cx="3241964" cy="5911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1FC2C-BA7D-4967-9B31-84D810171FC8}"/>
              </a:ext>
            </a:extLst>
          </p:cNvPr>
          <p:cNvSpPr txBox="1"/>
          <p:nvPr/>
        </p:nvSpPr>
        <p:spPr>
          <a:xfrm>
            <a:off x="3688145" y="195785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 </a:t>
            </a:r>
            <a:r>
              <a:rPr lang="ko-KR" altLang="en-US" dirty="0"/>
              <a:t>기본학습 대문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CC95D-9326-4183-809E-F4F90143E175}"/>
              </a:ext>
            </a:extLst>
          </p:cNvPr>
          <p:cNvSpPr txBox="1"/>
          <p:nvPr/>
        </p:nvSpPr>
        <p:spPr>
          <a:xfrm>
            <a:off x="9646122" y="23486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</a:t>
            </a:r>
            <a:r>
              <a:rPr lang="ko-KR" altLang="en-US" dirty="0"/>
              <a:t>주요내용</a:t>
            </a:r>
          </a:p>
        </p:txBody>
      </p:sp>
    </p:spTree>
    <p:extLst>
      <p:ext uri="{BB962C8B-B14F-4D97-AF65-F5344CB8AC3E}">
        <p14:creationId xmlns:p14="http://schemas.microsoft.com/office/powerpoint/2010/main" val="341805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156</Words>
  <Application>Microsoft Office PowerPoint</Application>
  <PresentationFormat>와이드스크린</PresentationFormat>
  <Paragraphs>63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Machine Sales</dc:creator>
  <cp:lastModifiedBy>Face Good</cp:lastModifiedBy>
  <cp:revision>3</cp:revision>
  <dcterms:created xsi:type="dcterms:W3CDTF">2026-02-20T12:48:59Z</dcterms:created>
  <dcterms:modified xsi:type="dcterms:W3CDTF">2026-02-20T13:16:31Z</dcterms:modified>
</cp:coreProperties>
</file>