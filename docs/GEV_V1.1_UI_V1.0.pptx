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251368-1C4A-4CD0-8E60-1A1A1862D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56B66F8-B8FE-4886-872F-54BFA2BFA7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790C7D-BD4B-4175-A2CE-D22D37A1E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A4CA-A4FB-431F-BB3E-92C9CE8974F0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F6A5C3-24A6-49E6-A3A0-5BADB271E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AF48F0-4806-4ADC-BF59-80C1C5DE6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ABD-AC27-4208-B50F-732A99956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484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88912A-9394-477B-A20C-4E840B39A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6253C-4E5A-422D-AA27-BAB9CA251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A0D026-A04E-4075-9CBB-B85C9E6AE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A4CA-A4FB-431F-BB3E-92C9CE8974F0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D81CD6-3570-4DBD-9A3F-CB993806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93CFEB-770C-4E6E-99B9-3A16E5B95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ABD-AC27-4208-B50F-732A99956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010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B698D8-FAC6-4903-B38C-2317F36E0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02B3EF-F152-4B99-80E9-9847BABE3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F3EBC9-07A4-4893-AC43-E21345833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A4CA-A4FB-431F-BB3E-92C9CE8974F0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E6197A-2565-47CE-80A2-D1BF932A1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54EF49-7679-47C6-8F1B-00AEC5970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ABD-AC27-4208-B50F-732A99956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452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794558-660F-4BF9-BDAF-E86CDE1D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4D21B9-353A-482C-BC07-22954F0FBE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2CD5A55-5CB3-4C6F-AFF7-AF71C1FEC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B9FA05-5C51-4F4C-8EF1-84F8ACA12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A4CA-A4FB-431F-BB3E-92C9CE8974F0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42F1C6-2B5E-473F-ADB2-C8814CC0D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622490-101A-4057-8E38-3553F13B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ABD-AC27-4208-B50F-732A99956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830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9B76E2-1987-4E96-BE5F-A7FC5B378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5074BD-B251-4DD3-856D-2CFC8795D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2B2A01-ECFA-42B3-8AB5-EF9A6154E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AFD8D1-45F9-4CDD-A5D4-888497ED4F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543FDDC-8CA8-4571-9391-57A807AD25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B5EE7D7-512A-44B9-BE58-37815CB3C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A4CA-A4FB-431F-BB3E-92C9CE8974F0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15FBDD8-5406-46AF-84BC-0ACA675CA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CDE9649-EE47-4E33-870D-8A4336870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ABD-AC27-4208-B50F-732A99956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249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61734D-A45B-4743-968B-F24CB9FA7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B9614D3-FAFF-4E2D-B23A-ADC190EBA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A4CA-A4FB-431F-BB3E-92C9CE8974F0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B49F91-8D89-4AD1-9834-51C866AC9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FA75C1-C1F4-4575-9C8B-577E36EA4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ABD-AC27-4208-B50F-732A99956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882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1CAB0E-1EDB-45D9-B699-EC04B1E94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A4CA-A4FB-431F-BB3E-92C9CE8974F0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D0FEC75-4D43-4D3E-808E-CD70C6C4D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2A4B3C-B9A0-426B-B310-CFE78D573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ABD-AC27-4208-B50F-732A99956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6508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4E6789-BA75-401E-B3D9-1E6DEECA5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088874-38AC-4732-A910-59B136408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B1CB20-2A6C-4160-9C27-93F93CA2BA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673EFF-8153-4410-AB91-BF683B424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A4CA-A4FB-431F-BB3E-92C9CE8974F0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AEB9B1-6AE1-46B5-BEEB-8A5E53575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86FA8C-920F-47DF-B9F7-9165ACA48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ABD-AC27-4208-B50F-732A99956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500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9D1138-6533-4E03-9729-2C7B1E600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02D4F37-0D07-4703-9A3B-0AEC0906E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8456E7-CEB6-4C8C-82FA-4A56AC6DC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459E2D-1FE3-423E-B01A-0F64B043C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A4CA-A4FB-431F-BB3E-92C9CE8974F0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2E96F7-C8D4-4B37-835F-84DD0D43E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BF6B64-8A3B-43D4-B24F-3C9AB6AA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ABD-AC27-4208-B50F-732A99956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577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D947F-F7C4-443B-B15E-4F5E2FF12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245294-F18E-490B-A4D3-B049B5AB27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2D94A1-7C91-4826-8C56-50EBAB59D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A4CA-A4FB-431F-BB3E-92C9CE8974F0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8330B0-ABD4-4136-BDE3-51D10F213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4A7882-0E85-44E5-8361-E9FBF47AA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ABD-AC27-4208-B50F-732A99956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9766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3F8D1E-9A80-4AA5-81DA-4D77A064E0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40EC2C-B397-4E1A-A035-D1EF1C0EC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499FA3-E53D-4086-8F5C-3FF032D81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7A4CA-A4FB-431F-BB3E-92C9CE8974F0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8D6F30-79E8-468D-B58A-62010AE57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BE7ABC-3AE3-4324-A651-4497C62EB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ABD-AC27-4208-B50F-732A99956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305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81AF961-3C3C-42B5-BF6D-107675D9E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A121D5-4867-40B8-B587-D3EBA3421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3DA121-01BB-4558-A0A6-B7FEDB38A5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7A4CA-A4FB-431F-BB3E-92C9CE8974F0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60ECC7-6F14-4001-92AA-B8C99164A6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BC0EF3-92E4-4094-8091-DFD20D7CAC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2BABD-AC27-4208-B50F-732A99956C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610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721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9033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Machine Sales</dc:creator>
  <cp:lastModifiedBy>Machine Sales</cp:lastModifiedBy>
  <cp:revision>1</cp:revision>
  <dcterms:created xsi:type="dcterms:W3CDTF">2026-02-20T12:48:59Z</dcterms:created>
  <dcterms:modified xsi:type="dcterms:W3CDTF">2026-02-20T12:53:01Z</dcterms:modified>
</cp:coreProperties>
</file>